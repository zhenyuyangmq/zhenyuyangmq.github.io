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2" r:id="rId1"/>
  </p:sldMasterIdLst>
  <p:notesMasterIdLst>
    <p:notesMasterId r:id="rId3"/>
  </p:notesMasterIdLst>
  <p:sldIdLst>
    <p:sldId id="257" r:id="rId2"/>
  </p:sldIdLst>
  <p:sldSz cx="11715750" cy="43926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84" userDrawn="1">
          <p15:clr>
            <a:srgbClr val="A4A3A4"/>
          </p15:clr>
        </p15:guide>
        <p15:guide id="2" pos="369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546A"/>
    <a:srgbClr val="FEBFB8"/>
    <a:srgbClr val="FFFFFF"/>
    <a:srgbClr val="980000"/>
    <a:srgbClr val="FFF2CC"/>
    <a:srgbClr val="687586"/>
    <a:srgbClr val="FBB9A5"/>
    <a:srgbClr val="ECCA7F"/>
    <a:srgbClr val="D8EDBA"/>
    <a:srgbClr val="FE9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65" autoAdjust="0"/>
    <p:restoredTop sz="94660"/>
  </p:normalViewPr>
  <p:slideViewPr>
    <p:cSldViewPr snapToGrid="0" showGuides="1">
      <p:cViewPr varScale="1">
        <p:scale>
          <a:sx n="123" d="100"/>
          <a:sy n="123" d="100"/>
        </p:scale>
        <p:origin x="138" y="822"/>
      </p:cViewPr>
      <p:guideLst>
        <p:guide orient="horz" pos="1384"/>
        <p:guide pos="369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4E784C-D6AE-4018-9A67-ED18F23D5957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-685800" y="1143000"/>
            <a:ext cx="82296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D3C40A-4572-4C23-A65F-629D83CC1CB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09030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21588" rtl="0" eaLnBrk="1" latinLnBrk="0" hangingPunct="1">
      <a:defRPr sz="1078" kern="1200">
        <a:solidFill>
          <a:schemeClr val="tx1"/>
        </a:solidFill>
        <a:latin typeface="+mn-lt"/>
        <a:ea typeface="+mn-ea"/>
        <a:cs typeface="+mn-cs"/>
      </a:defRPr>
    </a:lvl1pPr>
    <a:lvl2pPr marL="410794" algn="l" defTabSz="821588" rtl="0" eaLnBrk="1" latinLnBrk="0" hangingPunct="1">
      <a:defRPr sz="1078" kern="1200">
        <a:solidFill>
          <a:schemeClr val="tx1"/>
        </a:solidFill>
        <a:latin typeface="+mn-lt"/>
        <a:ea typeface="+mn-ea"/>
        <a:cs typeface="+mn-cs"/>
      </a:defRPr>
    </a:lvl2pPr>
    <a:lvl3pPr marL="821588" algn="l" defTabSz="821588" rtl="0" eaLnBrk="1" latinLnBrk="0" hangingPunct="1">
      <a:defRPr sz="1078" kern="1200">
        <a:solidFill>
          <a:schemeClr val="tx1"/>
        </a:solidFill>
        <a:latin typeface="+mn-lt"/>
        <a:ea typeface="+mn-ea"/>
        <a:cs typeface="+mn-cs"/>
      </a:defRPr>
    </a:lvl3pPr>
    <a:lvl4pPr marL="1232383" algn="l" defTabSz="821588" rtl="0" eaLnBrk="1" latinLnBrk="0" hangingPunct="1">
      <a:defRPr sz="1078" kern="1200">
        <a:solidFill>
          <a:schemeClr val="tx1"/>
        </a:solidFill>
        <a:latin typeface="+mn-lt"/>
        <a:ea typeface="+mn-ea"/>
        <a:cs typeface="+mn-cs"/>
      </a:defRPr>
    </a:lvl4pPr>
    <a:lvl5pPr marL="1643177" algn="l" defTabSz="821588" rtl="0" eaLnBrk="1" latinLnBrk="0" hangingPunct="1">
      <a:defRPr sz="1078" kern="1200">
        <a:solidFill>
          <a:schemeClr val="tx1"/>
        </a:solidFill>
        <a:latin typeface="+mn-lt"/>
        <a:ea typeface="+mn-ea"/>
        <a:cs typeface="+mn-cs"/>
      </a:defRPr>
    </a:lvl5pPr>
    <a:lvl6pPr marL="2053971" algn="l" defTabSz="821588" rtl="0" eaLnBrk="1" latinLnBrk="0" hangingPunct="1">
      <a:defRPr sz="1078" kern="1200">
        <a:solidFill>
          <a:schemeClr val="tx1"/>
        </a:solidFill>
        <a:latin typeface="+mn-lt"/>
        <a:ea typeface="+mn-ea"/>
        <a:cs typeface="+mn-cs"/>
      </a:defRPr>
    </a:lvl6pPr>
    <a:lvl7pPr marL="2464765" algn="l" defTabSz="821588" rtl="0" eaLnBrk="1" latinLnBrk="0" hangingPunct="1">
      <a:defRPr sz="1078" kern="1200">
        <a:solidFill>
          <a:schemeClr val="tx1"/>
        </a:solidFill>
        <a:latin typeface="+mn-lt"/>
        <a:ea typeface="+mn-ea"/>
        <a:cs typeface="+mn-cs"/>
      </a:defRPr>
    </a:lvl7pPr>
    <a:lvl8pPr marL="2875559" algn="l" defTabSz="821588" rtl="0" eaLnBrk="1" latinLnBrk="0" hangingPunct="1">
      <a:defRPr sz="1078" kern="1200">
        <a:solidFill>
          <a:schemeClr val="tx1"/>
        </a:solidFill>
        <a:latin typeface="+mn-lt"/>
        <a:ea typeface="+mn-ea"/>
        <a:cs typeface="+mn-cs"/>
      </a:defRPr>
    </a:lvl8pPr>
    <a:lvl9pPr marL="3286354" algn="l" defTabSz="821588" rtl="0" eaLnBrk="1" latinLnBrk="0" hangingPunct="1">
      <a:defRPr sz="107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685800" y="1143000"/>
            <a:ext cx="82296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D4DD0-1DD6-4FF0-8F7E-5DF348CB8E2C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99993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64469" y="718884"/>
            <a:ext cx="8786813" cy="1529280"/>
          </a:xfrm>
        </p:spPr>
        <p:txBody>
          <a:bodyPr anchor="b"/>
          <a:lstStyle>
            <a:lvl1pPr algn="ctr">
              <a:defRPr sz="3843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64469" y="2307139"/>
            <a:ext cx="8786813" cy="1060531"/>
          </a:xfrm>
        </p:spPr>
        <p:txBody>
          <a:bodyPr/>
          <a:lstStyle>
            <a:lvl1pPr marL="0" indent="0" algn="ctr">
              <a:buNone/>
              <a:defRPr sz="1537"/>
            </a:lvl1pPr>
            <a:lvl2pPr marL="292837" indent="0" algn="ctr">
              <a:buNone/>
              <a:defRPr sz="1281"/>
            </a:lvl2pPr>
            <a:lvl3pPr marL="585673" indent="0" algn="ctr">
              <a:buNone/>
              <a:defRPr sz="1153"/>
            </a:lvl3pPr>
            <a:lvl4pPr marL="878510" indent="0" algn="ctr">
              <a:buNone/>
              <a:defRPr sz="1025"/>
            </a:lvl4pPr>
            <a:lvl5pPr marL="1171346" indent="0" algn="ctr">
              <a:buNone/>
              <a:defRPr sz="1025"/>
            </a:lvl5pPr>
            <a:lvl6pPr marL="1464183" indent="0" algn="ctr">
              <a:buNone/>
              <a:defRPr sz="1025"/>
            </a:lvl6pPr>
            <a:lvl7pPr marL="1757020" indent="0" algn="ctr">
              <a:buNone/>
              <a:defRPr sz="1025"/>
            </a:lvl7pPr>
            <a:lvl8pPr marL="2049856" indent="0" algn="ctr">
              <a:buNone/>
              <a:defRPr sz="1025"/>
            </a:lvl8pPr>
            <a:lvl9pPr marL="2342693" indent="0" algn="ctr">
              <a:buNone/>
              <a:defRPr sz="1025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7E83B-F9F2-473F-9F28-DE3700FD6E73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5F94D-FC26-49EA-922D-2A2A2CC0A0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2230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7E83B-F9F2-473F-9F28-DE3700FD6E73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5F94D-FC26-49EA-922D-2A2A2CC0A0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6742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9356" y="1095103"/>
            <a:ext cx="10104834" cy="1827205"/>
          </a:xfrm>
        </p:spPr>
        <p:txBody>
          <a:bodyPr anchor="b"/>
          <a:lstStyle>
            <a:lvl1pPr>
              <a:defRPr sz="3843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9356" y="2939594"/>
            <a:ext cx="10104834" cy="960884"/>
          </a:xfrm>
        </p:spPr>
        <p:txBody>
          <a:bodyPr/>
          <a:lstStyle>
            <a:lvl1pPr marL="0" indent="0">
              <a:buNone/>
              <a:defRPr sz="1537">
                <a:solidFill>
                  <a:schemeClr val="tx1">
                    <a:tint val="75000"/>
                  </a:schemeClr>
                </a:solidFill>
              </a:defRPr>
            </a:lvl1pPr>
            <a:lvl2pPr marL="292837" indent="0">
              <a:buNone/>
              <a:defRPr sz="1281">
                <a:solidFill>
                  <a:schemeClr val="tx1">
                    <a:tint val="75000"/>
                  </a:schemeClr>
                </a:solidFill>
              </a:defRPr>
            </a:lvl2pPr>
            <a:lvl3pPr marL="585673" indent="0">
              <a:buNone/>
              <a:defRPr sz="1153">
                <a:solidFill>
                  <a:schemeClr val="tx1">
                    <a:tint val="75000"/>
                  </a:schemeClr>
                </a:solidFill>
              </a:defRPr>
            </a:lvl3pPr>
            <a:lvl4pPr marL="878510" indent="0">
              <a:buNone/>
              <a:defRPr sz="1025">
                <a:solidFill>
                  <a:schemeClr val="tx1">
                    <a:tint val="75000"/>
                  </a:schemeClr>
                </a:solidFill>
              </a:defRPr>
            </a:lvl4pPr>
            <a:lvl5pPr marL="1171346" indent="0">
              <a:buNone/>
              <a:defRPr sz="1025">
                <a:solidFill>
                  <a:schemeClr val="tx1">
                    <a:tint val="75000"/>
                  </a:schemeClr>
                </a:solidFill>
              </a:defRPr>
            </a:lvl5pPr>
            <a:lvl6pPr marL="1464183" indent="0">
              <a:buNone/>
              <a:defRPr sz="1025">
                <a:solidFill>
                  <a:schemeClr val="tx1">
                    <a:tint val="75000"/>
                  </a:schemeClr>
                </a:solidFill>
              </a:defRPr>
            </a:lvl6pPr>
            <a:lvl7pPr marL="1757020" indent="0">
              <a:buNone/>
              <a:defRPr sz="1025">
                <a:solidFill>
                  <a:schemeClr val="tx1">
                    <a:tint val="75000"/>
                  </a:schemeClr>
                </a:solidFill>
              </a:defRPr>
            </a:lvl7pPr>
            <a:lvl8pPr marL="2049856" indent="0">
              <a:buNone/>
              <a:defRPr sz="1025">
                <a:solidFill>
                  <a:schemeClr val="tx1">
                    <a:tint val="75000"/>
                  </a:schemeClr>
                </a:solidFill>
              </a:defRPr>
            </a:lvl8pPr>
            <a:lvl9pPr marL="2342693" indent="0">
              <a:buNone/>
              <a:defRPr sz="102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7E83B-F9F2-473F-9F28-DE3700FD6E73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5F94D-FC26-49EA-922D-2A2A2CC0A0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44867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5458" y="1169330"/>
            <a:ext cx="4979194" cy="278707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31098" y="1169330"/>
            <a:ext cx="4979194" cy="278707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7E83B-F9F2-473F-9F28-DE3700FD6E73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5F94D-FC26-49EA-922D-2A2A2CC0A0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21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984" y="233867"/>
            <a:ext cx="10104834" cy="84903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6984" y="1076801"/>
            <a:ext cx="4956311" cy="527723"/>
          </a:xfrm>
        </p:spPr>
        <p:txBody>
          <a:bodyPr anchor="b"/>
          <a:lstStyle>
            <a:lvl1pPr marL="0" indent="0">
              <a:buNone/>
              <a:defRPr sz="1537" b="1"/>
            </a:lvl1pPr>
            <a:lvl2pPr marL="292837" indent="0">
              <a:buNone/>
              <a:defRPr sz="1281" b="1"/>
            </a:lvl2pPr>
            <a:lvl3pPr marL="585673" indent="0">
              <a:buNone/>
              <a:defRPr sz="1153" b="1"/>
            </a:lvl3pPr>
            <a:lvl4pPr marL="878510" indent="0">
              <a:buNone/>
              <a:defRPr sz="1025" b="1"/>
            </a:lvl4pPr>
            <a:lvl5pPr marL="1171346" indent="0">
              <a:buNone/>
              <a:defRPr sz="1025" b="1"/>
            </a:lvl5pPr>
            <a:lvl6pPr marL="1464183" indent="0">
              <a:buNone/>
              <a:defRPr sz="1025" b="1"/>
            </a:lvl6pPr>
            <a:lvl7pPr marL="1757020" indent="0">
              <a:buNone/>
              <a:defRPr sz="1025" b="1"/>
            </a:lvl7pPr>
            <a:lvl8pPr marL="2049856" indent="0">
              <a:buNone/>
              <a:defRPr sz="1025" b="1"/>
            </a:lvl8pPr>
            <a:lvl9pPr marL="2342693" indent="0">
              <a:buNone/>
              <a:defRPr sz="1025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06984" y="1604524"/>
            <a:ext cx="4956311" cy="236001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31098" y="1076801"/>
            <a:ext cx="4980720" cy="527723"/>
          </a:xfrm>
        </p:spPr>
        <p:txBody>
          <a:bodyPr anchor="b"/>
          <a:lstStyle>
            <a:lvl1pPr marL="0" indent="0">
              <a:buNone/>
              <a:defRPr sz="1537" b="1"/>
            </a:lvl1pPr>
            <a:lvl2pPr marL="292837" indent="0">
              <a:buNone/>
              <a:defRPr sz="1281" b="1"/>
            </a:lvl2pPr>
            <a:lvl3pPr marL="585673" indent="0">
              <a:buNone/>
              <a:defRPr sz="1153" b="1"/>
            </a:lvl3pPr>
            <a:lvl4pPr marL="878510" indent="0">
              <a:buNone/>
              <a:defRPr sz="1025" b="1"/>
            </a:lvl4pPr>
            <a:lvl5pPr marL="1171346" indent="0">
              <a:buNone/>
              <a:defRPr sz="1025" b="1"/>
            </a:lvl5pPr>
            <a:lvl6pPr marL="1464183" indent="0">
              <a:buNone/>
              <a:defRPr sz="1025" b="1"/>
            </a:lvl6pPr>
            <a:lvl7pPr marL="1757020" indent="0">
              <a:buNone/>
              <a:defRPr sz="1025" b="1"/>
            </a:lvl7pPr>
            <a:lvl8pPr marL="2049856" indent="0">
              <a:buNone/>
              <a:defRPr sz="1025" b="1"/>
            </a:lvl8pPr>
            <a:lvl9pPr marL="2342693" indent="0">
              <a:buNone/>
              <a:defRPr sz="1025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31098" y="1604524"/>
            <a:ext cx="4980720" cy="236001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7E83B-F9F2-473F-9F28-DE3700FD6E73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5F94D-FC26-49EA-922D-2A2A2CC0A0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49328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7E83B-F9F2-473F-9F28-DE3700FD6E73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5F94D-FC26-49EA-922D-2A2A2CC0A0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2532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7E83B-F9F2-473F-9F28-DE3700FD6E73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5F94D-FC26-49EA-922D-2A2A2CC0A0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9958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984" y="292841"/>
            <a:ext cx="3778634" cy="1024943"/>
          </a:xfrm>
        </p:spPr>
        <p:txBody>
          <a:bodyPr anchor="b"/>
          <a:lstStyle>
            <a:lvl1pPr>
              <a:defRPr sz="205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80720" y="632455"/>
            <a:ext cx="5931098" cy="3121602"/>
          </a:xfrm>
        </p:spPr>
        <p:txBody>
          <a:bodyPr/>
          <a:lstStyle>
            <a:lvl1pPr>
              <a:defRPr sz="2050"/>
            </a:lvl1pPr>
            <a:lvl2pPr>
              <a:defRPr sz="1793"/>
            </a:lvl2pPr>
            <a:lvl3pPr>
              <a:defRPr sz="1537"/>
            </a:lvl3pPr>
            <a:lvl4pPr>
              <a:defRPr sz="1281"/>
            </a:lvl4pPr>
            <a:lvl5pPr>
              <a:defRPr sz="1281"/>
            </a:lvl5pPr>
            <a:lvl6pPr>
              <a:defRPr sz="1281"/>
            </a:lvl6pPr>
            <a:lvl7pPr>
              <a:defRPr sz="1281"/>
            </a:lvl7pPr>
            <a:lvl8pPr>
              <a:defRPr sz="1281"/>
            </a:lvl8pPr>
            <a:lvl9pPr>
              <a:defRPr sz="1281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06984" y="1317784"/>
            <a:ext cx="3778634" cy="2441358"/>
          </a:xfrm>
        </p:spPr>
        <p:txBody>
          <a:bodyPr/>
          <a:lstStyle>
            <a:lvl1pPr marL="0" indent="0">
              <a:buNone/>
              <a:defRPr sz="1025"/>
            </a:lvl1pPr>
            <a:lvl2pPr marL="292837" indent="0">
              <a:buNone/>
              <a:defRPr sz="897"/>
            </a:lvl2pPr>
            <a:lvl3pPr marL="585673" indent="0">
              <a:buNone/>
              <a:defRPr sz="769"/>
            </a:lvl3pPr>
            <a:lvl4pPr marL="878510" indent="0">
              <a:buNone/>
              <a:defRPr sz="641"/>
            </a:lvl4pPr>
            <a:lvl5pPr marL="1171346" indent="0">
              <a:buNone/>
              <a:defRPr sz="641"/>
            </a:lvl5pPr>
            <a:lvl6pPr marL="1464183" indent="0">
              <a:buNone/>
              <a:defRPr sz="641"/>
            </a:lvl6pPr>
            <a:lvl7pPr marL="1757020" indent="0">
              <a:buNone/>
              <a:defRPr sz="641"/>
            </a:lvl7pPr>
            <a:lvl8pPr marL="2049856" indent="0">
              <a:buNone/>
              <a:defRPr sz="641"/>
            </a:lvl8pPr>
            <a:lvl9pPr marL="2342693" indent="0">
              <a:buNone/>
              <a:defRPr sz="64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7E83B-F9F2-473F-9F28-DE3700FD6E73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5F94D-FC26-49EA-922D-2A2A2CC0A0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48523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984" y="292841"/>
            <a:ext cx="3778634" cy="1024943"/>
          </a:xfrm>
        </p:spPr>
        <p:txBody>
          <a:bodyPr anchor="b"/>
          <a:lstStyle>
            <a:lvl1pPr>
              <a:defRPr sz="205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980720" y="632455"/>
            <a:ext cx="5931098" cy="3121602"/>
          </a:xfrm>
        </p:spPr>
        <p:txBody>
          <a:bodyPr anchor="t"/>
          <a:lstStyle>
            <a:lvl1pPr marL="0" indent="0">
              <a:buNone/>
              <a:defRPr sz="2050"/>
            </a:lvl1pPr>
            <a:lvl2pPr marL="292837" indent="0">
              <a:buNone/>
              <a:defRPr sz="1793"/>
            </a:lvl2pPr>
            <a:lvl3pPr marL="585673" indent="0">
              <a:buNone/>
              <a:defRPr sz="1537"/>
            </a:lvl3pPr>
            <a:lvl4pPr marL="878510" indent="0">
              <a:buNone/>
              <a:defRPr sz="1281"/>
            </a:lvl4pPr>
            <a:lvl5pPr marL="1171346" indent="0">
              <a:buNone/>
              <a:defRPr sz="1281"/>
            </a:lvl5pPr>
            <a:lvl6pPr marL="1464183" indent="0">
              <a:buNone/>
              <a:defRPr sz="1281"/>
            </a:lvl6pPr>
            <a:lvl7pPr marL="1757020" indent="0">
              <a:buNone/>
              <a:defRPr sz="1281"/>
            </a:lvl7pPr>
            <a:lvl8pPr marL="2049856" indent="0">
              <a:buNone/>
              <a:defRPr sz="1281"/>
            </a:lvl8pPr>
            <a:lvl9pPr marL="2342693" indent="0">
              <a:buNone/>
              <a:defRPr sz="1281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06984" y="1317784"/>
            <a:ext cx="3778634" cy="2441358"/>
          </a:xfrm>
        </p:spPr>
        <p:txBody>
          <a:bodyPr/>
          <a:lstStyle>
            <a:lvl1pPr marL="0" indent="0">
              <a:buNone/>
              <a:defRPr sz="1025"/>
            </a:lvl1pPr>
            <a:lvl2pPr marL="292837" indent="0">
              <a:buNone/>
              <a:defRPr sz="897"/>
            </a:lvl2pPr>
            <a:lvl3pPr marL="585673" indent="0">
              <a:buNone/>
              <a:defRPr sz="769"/>
            </a:lvl3pPr>
            <a:lvl4pPr marL="878510" indent="0">
              <a:buNone/>
              <a:defRPr sz="641"/>
            </a:lvl4pPr>
            <a:lvl5pPr marL="1171346" indent="0">
              <a:buNone/>
              <a:defRPr sz="641"/>
            </a:lvl5pPr>
            <a:lvl6pPr marL="1464183" indent="0">
              <a:buNone/>
              <a:defRPr sz="641"/>
            </a:lvl6pPr>
            <a:lvl7pPr marL="1757020" indent="0">
              <a:buNone/>
              <a:defRPr sz="641"/>
            </a:lvl7pPr>
            <a:lvl8pPr marL="2049856" indent="0">
              <a:buNone/>
              <a:defRPr sz="641"/>
            </a:lvl8pPr>
            <a:lvl9pPr marL="2342693" indent="0">
              <a:buNone/>
              <a:defRPr sz="64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7E83B-F9F2-473F-9F28-DE3700FD6E73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5F94D-FC26-49EA-922D-2A2A2CC0A0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61811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7E83B-F9F2-473F-9F28-DE3700FD6E73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5F94D-FC26-49EA-922D-2A2A2CC0A0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07412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84083" y="233866"/>
            <a:ext cx="2526209" cy="3722536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5458" y="233866"/>
            <a:ext cx="7432179" cy="372253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7E83B-F9F2-473F-9F28-DE3700FD6E73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65F94D-FC26-49EA-922D-2A2A2CC0A0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3573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05458" y="233867"/>
            <a:ext cx="10104834" cy="84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5458" y="1169330"/>
            <a:ext cx="10104834" cy="27870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5458" y="4071302"/>
            <a:ext cx="2636044" cy="233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C7E83B-F9F2-473F-9F28-DE3700FD6E73}" type="datetimeFigureOut">
              <a:rPr lang="zh-CN" altLang="en-US" smtClean="0"/>
              <a:t>2026/3/2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80842" y="4071302"/>
            <a:ext cx="3954066" cy="233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74248" y="4071302"/>
            <a:ext cx="2636044" cy="233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6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65F94D-FC26-49EA-922D-2A2A2CC0A00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5214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585673" rtl="0" eaLnBrk="1" latinLnBrk="0" hangingPunct="1">
        <a:lnSpc>
          <a:spcPct val="90000"/>
        </a:lnSpc>
        <a:spcBef>
          <a:spcPct val="0"/>
        </a:spcBef>
        <a:buNone/>
        <a:defRPr sz="281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6418" indent="-146418" algn="l" defTabSz="585673" rtl="0" eaLnBrk="1" latinLnBrk="0" hangingPunct="1">
        <a:lnSpc>
          <a:spcPct val="90000"/>
        </a:lnSpc>
        <a:spcBef>
          <a:spcPts val="641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1pPr>
      <a:lvl2pPr marL="439255" indent="-146418" algn="l" defTabSz="585673" rtl="0" eaLnBrk="1" latinLnBrk="0" hangingPunct="1">
        <a:lnSpc>
          <a:spcPct val="90000"/>
        </a:lnSpc>
        <a:spcBef>
          <a:spcPts val="320"/>
        </a:spcBef>
        <a:buFont typeface="Arial" panose="020B0604020202020204" pitchFamily="34" charset="0"/>
        <a:buChar char="•"/>
        <a:defRPr sz="1537" kern="1200">
          <a:solidFill>
            <a:schemeClr val="tx1"/>
          </a:solidFill>
          <a:latin typeface="+mn-lt"/>
          <a:ea typeface="+mn-ea"/>
          <a:cs typeface="+mn-cs"/>
        </a:defRPr>
      </a:lvl2pPr>
      <a:lvl3pPr marL="732092" indent="-146418" algn="l" defTabSz="585673" rtl="0" eaLnBrk="1" latinLnBrk="0" hangingPunct="1">
        <a:lnSpc>
          <a:spcPct val="90000"/>
        </a:lnSpc>
        <a:spcBef>
          <a:spcPts val="320"/>
        </a:spcBef>
        <a:buFont typeface="Arial" panose="020B0604020202020204" pitchFamily="34" charset="0"/>
        <a:buChar char="•"/>
        <a:defRPr sz="1281" kern="1200">
          <a:solidFill>
            <a:schemeClr val="tx1"/>
          </a:solidFill>
          <a:latin typeface="+mn-lt"/>
          <a:ea typeface="+mn-ea"/>
          <a:cs typeface="+mn-cs"/>
        </a:defRPr>
      </a:lvl3pPr>
      <a:lvl4pPr marL="1024928" indent="-146418" algn="l" defTabSz="585673" rtl="0" eaLnBrk="1" latinLnBrk="0" hangingPunct="1">
        <a:lnSpc>
          <a:spcPct val="90000"/>
        </a:lnSpc>
        <a:spcBef>
          <a:spcPts val="320"/>
        </a:spcBef>
        <a:buFont typeface="Arial" panose="020B0604020202020204" pitchFamily="34" charset="0"/>
        <a:buChar char="•"/>
        <a:defRPr sz="1153" kern="1200">
          <a:solidFill>
            <a:schemeClr val="tx1"/>
          </a:solidFill>
          <a:latin typeface="+mn-lt"/>
          <a:ea typeface="+mn-ea"/>
          <a:cs typeface="+mn-cs"/>
        </a:defRPr>
      </a:lvl4pPr>
      <a:lvl5pPr marL="1317765" indent="-146418" algn="l" defTabSz="585673" rtl="0" eaLnBrk="1" latinLnBrk="0" hangingPunct="1">
        <a:lnSpc>
          <a:spcPct val="90000"/>
        </a:lnSpc>
        <a:spcBef>
          <a:spcPts val="320"/>
        </a:spcBef>
        <a:buFont typeface="Arial" panose="020B0604020202020204" pitchFamily="34" charset="0"/>
        <a:buChar char="•"/>
        <a:defRPr sz="1153" kern="1200">
          <a:solidFill>
            <a:schemeClr val="tx1"/>
          </a:solidFill>
          <a:latin typeface="+mn-lt"/>
          <a:ea typeface="+mn-ea"/>
          <a:cs typeface="+mn-cs"/>
        </a:defRPr>
      </a:lvl5pPr>
      <a:lvl6pPr marL="1610601" indent="-146418" algn="l" defTabSz="585673" rtl="0" eaLnBrk="1" latinLnBrk="0" hangingPunct="1">
        <a:lnSpc>
          <a:spcPct val="90000"/>
        </a:lnSpc>
        <a:spcBef>
          <a:spcPts val="320"/>
        </a:spcBef>
        <a:buFont typeface="Arial" panose="020B0604020202020204" pitchFamily="34" charset="0"/>
        <a:buChar char="•"/>
        <a:defRPr sz="1153" kern="1200">
          <a:solidFill>
            <a:schemeClr val="tx1"/>
          </a:solidFill>
          <a:latin typeface="+mn-lt"/>
          <a:ea typeface="+mn-ea"/>
          <a:cs typeface="+mn-cs"/>
        </a:defRPr>
      </a:lvl6pPr>
      <a:lvl7pPr marL="1903438" indent="-146418" algn="l" defTabSz="585673" rtl="0" eaLnBrk="1" latinLnBrk="0" hangingPunct="1">
        <a:lnSpc>
          <a:spcPct val="90000"/>
        </a:lnSpc>
        <a:spcBef>
          <a:spcPts val="320"/>
        </a:spcBef>
        <a:buFont typeface="Arial" panose="020B0604020202020204" pitchFamily="34" charset="0"/>
        <a:buChar char="•"/>
        <a:defRPr sz="1153" kern="1200">
          <a:solidFill>
            <a:schemeClr val="tx1"/>
          </a:solidFill>
          <a:latin typeface="+mn-lt"/>
          <a:ea typeface="+mn-ea"/>
          <a:cs typeface="+mn-cs"/>
        </a:defRPr>
      </a:lvl7pPr>
      <a:lvl8pPr marL="2196275" indent="-146418" algn="l" defTabSz="585673" rtl="0" eaLnBrk="1" latinLnBrk="0" hangingPunct="1">
        <a:lnSpc>
          <a:spcPct val="90000"/>
        </a:lnSpc>
        <a:spcBef>
          <a:spcPts val="320"/>
        </a:spcBef>
        <a:buFont typeface="Arial" panose="020B0604020202020204" pitchFamily="34" charset="0"/>
        <a:buChar char="•"/>
        <a:defRPr sz="1153" kern="1200">
          <a:solidFill>
            <a:schemeClr val="tx1"/>
          </a:solidFill>
          <a:latin typeface="+mn-lt"/>
          <a:ea typeface="+mn-ea"/>
          <a:cs typeface="+mn-cs"/>
        </a:defRPr>
      </a:lvl8pPr>
      <a:lvl9pPr marL="2489111" indent="-146418" algn="l" defTabSz="585673" rtl="0" eaLnBrk="1" latinLnBrk="0" hangingPunct="1">
        <a:lnSpc>
          <a:spcPct val="90000"/>
        </a:lnSpc>
        <a:spcBef>
          <a:spcPts val="320"/>
        </a:spcBef>
        <a:buFont typeface="Arial" panose="020B0604020202020204" pitchFamily="34" charset="0"/>
        <a:buChar char="•"/>
        <a:defRPr sz="115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85673" rtl="0" eaLnBrk="1" latinLnBrk="0" hangingPunct="1">
        <a:defRPr sz="1153" kern="1200">
          <a:solidFill>
            <a:schemeClr val="tx1"/>
          </a:solidFill>
          <a:latin typeface="+mn-lt"/>
          <a:ea typeface="+mn-ea"/>
          <a:cs typeface="+mn-cs"/>
        </a:defRPr>
      </a:lvl1pPr>
      <a:lvl2pPr marL="292837" algn="l" defTabSz="585673" rtl="0" eaLnBrk="1" latinLnBrk="0" hangingPunct="1">
        <a:defRPr sz="1153" kern="1200">
          <a:solidFill>
            <a:schemeClr val="tx1"/>
          </a:solidFill>
          <a:latin typeface="+mn-lt"/>
          <a:ea typeface="+mn-ea"/>
          <a:cs typeface="+mn-cs"/>
        </a:defRPr>
      </a:lvl2pPr>
      <a:lvl3pPr marL="585673" algn="l" defTabSz="585673" rtl="0" eaLnBrk="1" latinLnBrk="0" hangingPunct="1">
        <a:defRPr sz="1153" kern="1200">
          <a:solidFill>
            <a:schemeClr val="tx1"/>
          </a:solidFill>
          <a:latin typeface="+mn-lt"/>
          <a:ea typeface="+mn-ea"/>
          <a:cs typeface="+mn-cs"/>
        </a:defRPr>
      </a:lvl3pPr>
      <a:lvl4pPr marL="878510" algn="l" defTabSz="585673" rtl="0" eaLnBrk="1" latinLnBrk="0" hangingPunct="1">
        <a:defRPr sz="1153" kern="1200">
          <a:solidFill>
            <a:schemeClr val="tx1"/>
          </a:solidFill>
          <a:latin typeface="+mn-lt"/>
          <a:ea typeface="+mn-ea"/>
          <a:cs typeface="+mn-cs"/>
        </a:defRPr>
      </a:lvl4pPr>
      <a:lvl5pPr marL="1171346" algn="l" defTabSz="585673" rtl="0" eaLnBrk="1" latinLnBrk="0" hangingPunct="1">
        <a:defRPr sz="1153" kern="1200">
          <a:solidFill>
            <a:schemeClr val="tx1"/>
          </a:solidFill>
          <a:latin typeface="+mn-lt"/>
          <a:ea typeface="+mn-ea"/>
          <a:cs typeface="+mn-cs"/>
        </a:defRPr>
      </a:lvl5pPr>
      <a:lvl6pPr marL="1464183" algn="l" defTabSz="585673" rtl="0" eaLnBrk="1" latinLnBrk="0" hangingPunct="1">
        <a:defRPr sz="1153" kern="1200">
          <a:solidFill>
            <a:schemeClr val="tx1"/>
          </a:solidFill>
          <a:latin typeface="+mn-lt"/>
          <a:ea typeface="+mn-ea"/>
          <a:cs typeface="+mn-cs"/>
        </a:defRPr>
      </a:lvl6pPr>
      <a:lvl7pPr marL="1757020" algn="l" defTabSz="585673" rtl="0" eaLnBrk="1" latinLnBrk="0" hangingPunct="1">
        <a:defRPr sz="1153" kern="1200">
          <a:solidFill>
            <a:schemeClr val="tx1"/>
          </a:solidFill>
          <a:latin typeface="+mn-lt"/>
          <a:ea typeface="+mn-ea"/>
          <a:cs typeface="+mn-cs"/>
        </a:defRPr>
      </a:lvl7pPr>
      <a:lvl8pPr marL="2049856" algn="l" defTabSz="585673" rtl="0" eaLnBrk="1" latinLnBrk="0" hangingPunct="1">
        <a:defRPr sz="1153" kern="1200">
          <a:solidFill>
            <a:schemeClr val="tx1"/>
          </a:solidFill>
          <a:latin typeface="+mn-lt"/>
          <a:ea typeface="+mn-ea"/>
          <a:cs typeface="+mn-cs"/>
        </a:defRPr>
      </a:lvl8pPr>
      <a:lvl9pPr marL="2342693" algn="l" defTabSz="585673" rtl="0" eaLnBrk="1" latinLnBrk="0" hangingPunct="1">
        <a:defRPr sz="115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80.png"/><Relationship Id="rId5" Type="http://schemas.openxmlformats.org/officeDocument/2006/relationships/image" Target="../media/image3.png"/><Relationship Id="rId15" Type="http://schemas.openxmlformats.org/officeDocument/2006/relationships/image" Target="../media/image12.png"/><Relationship Id="rId10" Type="http://schemas.openxmlformats.org/officeDocument/2006/relationships/image" Target="../media/image8.png"/><Relationship Id="rId19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631FC115-1625-1D80-58FC-F19042B4729B}"/>
              </a:ext>
            </a:extLst>
          </p:cNvPr>
          <p:cNvGrpSpPr/>
          <p:nvPr/>
        </p:nvGrpSpPr>
        <p:grpSpPr>
          <a:xfrm>
            <a:off x="-154983" y="104776"/>
            <a:ext cx="11778711" cy="4148501"/>
            <a:chOff x="477130" y="104776"/>
            <a:chExt cx="10517120" cy="4148501"/>
          </a:xfrm>
        </p:grpSpPr>
        <p:sp>
          <p:nvSpPr>
            <p:cNvPr id="3016" name="矩形: 圆角 3015">
              <a:extLst>
                <a:ext uri="{FF2B5EF4-FFF2-40B4-BE49-F238E27FC236}">
                  <a16:creationId xmlns:a16="http://schemas.microsoft.com/office/drawing/2014/main" id="{3A656789-CF39-8E77-67D5-6AB842AA5DA7}"/>
                </a:ext>
              </a:extLst>
            </p:cNvPr>
            <p:cNvSpPr/>
            <p:nvPr/>
          </p:nvSpPr>
          <p:spPr>
            <a:xfrm>
              <a:off x="730403" y="104776"/>
              <a:ext cx="1291797" cy="4148501"/>
            </a:xfrm>
            <a:prstGeom prst="roundRect">
              <a:avLst/>
            </a:prstGeom>
            <a:noFill/>
            <a:ln>
              <a:solidFill>
                <a:schemeClr val="bg2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Consolas" panose="020B0609020204030204" pitchFamily="49" charset="0"/>
              </a:endParaRPr>
            </a:p>
          </p:txBody>
        </p:sp>
        <p:grpSp>
          <p:nvGrpSpPr>
            <p:cNvPr id="3017" name="组合 3016">
              <a:extLst>
                <a:ext uri="{FF2B5EF4-FFF2-40B4-BE49-F238E27FC236}">
                  <a16:creationId xmlns:a16="http://schemas.microsoft.com/office/drawing/2014/main" id="{017D3619-8EB2-EF7C-1F58-0286E3175F59}"/>
                </a:ext>
              </a:extLst>
            </p:cNvPr>
            <p:cNvGrpSpPr/>
            <p:nvPr/>
          </p:nvGrpSpPr>
          <p:grpSpPr>
            <a:xfrm>
              <a:off x="1127734" y="2670075"/>
              <a:ext cx="511200" cy="325770"/>
              <a:chOff x="5793837" y="3291414"/>
              <a:chExt cx="511200" cy="325770"/>
            </a:xfrm>
          </p:grpSpPr>
          <p:sp>
            <p:nvSpPr>
              <p:cNvPr id="3018" name="Google Shape;6790;p70">
                <a:extLst>
                  <a:ext uri="{FF2B5EF4-FFF2-40B4-BE49-F238E27FC236}">
                    <a16:creationId xmlns:a16="http://schemas.microsoft.com/office/drawing/2014/main" id="{29D4A82D-AA1B-8FCE-F6E7-481C610068EA}"/>
                  </a:ext>
                </a:extLst>
              </p:cNvPr>
              <p:cNvSpPr/>
              <p:nvPr/>
            </p:nvSpPr>
            <p:spPr>
              <a:xfrm>
                <a:off x="5857439" y="3376668"/>
                <a:ext cx="303912" cy="240516"/>
              </a:xfrm>
              <a:prstGeom prst="cloud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algn="ctr"/>
                <a:endParaRPr sz="800">
                  <a:latin typeface="Consolas" panose="020B0609020204030204" pitchFamily="49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19" name="Google Shape;6791;p70">
                <a:extLst>
                  <a:ext uri="{FF2B5EF4-FFF2-40B4-BE49-F238E27FC236}">
                    <a16:creationId xmlns:a16="http://schemas.microsoft.com/office/drawing/2014/main" id="{FB9632E5-B311-78D5-BA45-13D32E0864B6}"/>
                  </a:ext>
                </a:extLst>
              </p:cNvPr>
              <p:cNvSpPr txBox="1"/>
              <p:nvPr/>
            </p:nvSpPr>
            <p:spPr>
              <a:xfrm>
                <a:off x="5793837" y="3291414"/>
                <a:ext cx="511200" cy="180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r>
                  <a:rPr lang="en" sz="1100" dirty="0">
                    <a:latin typeface="Consolas" panose="020B0609020204030204" pitchFamily="49" charset="0"/>
                    <a:cs typeface="Times New Roman" panose="02020603050405020304" pitchFamily="18" charset="0"/>
                  </a:rPr>
                  <a:t>...</a:t>
                </a:r>
                <a:endParaRPr sz="1100" dirty="0">
                  <a:latin typeface="Consolas" panose="020B0609020204030204" pitchFamily="49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3020" name="文本框 3019">
              <a:extLst>
                <a:ext uri="{FF2B5EF4-FFF2-40B4-BE49-F238E27FC236}">
                  <a16:creationId xmlns:a16="http://schemas.microsoft.com/office/drawing/2014/main" id="{3B18D68D-2A33-4E95-E782-F6296DDDADD9}"/>
                </a:ext>
              </a:extLst>
            </p:cNvPr>
            <p:cNvSpPr txBox="1"/>
            <p:nvPr/>
          </p:nvSpPr>
          <p:spPr>
            <a:xfrm>
              <a:off x="477130" y="177438"/>
              <a:ext cx="181668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1200" b="1" dirty="0">
                  <a:latin typeface="Consolas" panose="020B0609020204030204" pitchFamily="49" charset="0"/>
                  <a:cs typeface="Times New Roman" panose="02020603050405020304" pitchFamily="18" charset="0"/>
                </a:rPr>
                <a:t>Graph Dataset</a:t>
              </a:r>
              <a:endParaRPr lang="zh-CN" altLang="en-US" sz="1200" b="1" dirty="0">
                <a:latin typeface="Consolas" panose="020B0609020204030204" pitchFamily="49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21" name="文本框 3020">
                  <a:extLst>
                    <a:ext uri="{FF2B5EF4-FFF2-40B4-BE49-F238E27FC236}">
                      <a16:creationId xmlns:a16="http://schemas.microsoft.com/office/drawing/2014/main" id="{6765AC44-B82B-DAF2-967C-D14EDDC8912F}"/>
                    </a:ext>
                  </a:extLst>
                </p:cNvPr>
                <p:cNvSpPr txBox="1"/>
                <p:nvPr/>
              </p:nvSpPr>
              <p:spPr>
                <a:xfrm>
                  <a:off x="673518" y="3204293"/>
                  <a:ext cx="1433977" cy="26430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>
                    <a:lnSpc>
                      <a:spcPct val="107000"/>
                    </a:lnSpc>
                    <a:spcAft>
                      <a:spcPts val="800"/>
                    </a:spcAft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DengXian" panose="02010600030101010101" pitchFamily="2" charset="-122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altLang="zh-CN" sz="1100" dirty="0">
                              <a:solidFill>
                                <a:srgbClr val="000000"/>
                              </a:solidFill>
                              <a:latin typeface="Consolas" panose="020B0609020204030204" pitchFamily="49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𝒢</m:t>
                          </m:r>
                        </m:e>
                        <m:sub>
                          <m:r>
                            <a:rPr lang="en-US" altLang="zh-CN" sz="11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a14:m>
                  <a:r>
                    <a:rPr lang="en-US" altLang="zh-CN" sz="1100" dirty="0">
                      <a:latin typeface="Consolas" panose="020B0609020204030204" pitchFamily="49" charset="0"/>
                      <a:ea typeface="DengXian" panose="02010600030101010101" pitchFamily="2" charset="-122"/>
                      <a:cs typeface="Times New Roman" panose="02020603050405020304" pitchFamily="18" charset="0"/>
                    </a:rPr>
                    <a:t>:Anomaly Graph</a:t>
                  </a:r>
                  <a:endParaRPr lang="zh-CN" altLang="zh-CN" sz="1100" dirty="0">
                    <a:latin typeface="Consolas" panose="020B0609020204030204" pitchFamily="49" charset="0"/>
                    <a:ea typeface="DengXian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3021" name="文本框 3020">
                  <a:extLst>
                    <a:ext uri="{FF2B5EF4-FFF2-40B4-BE49-F238E27FC236}">
                      <a16:creationId xmlns:a16="http://schemas.microsoft.com/office/drawing/2014/main" id="{6765AC44-B82B-DAF2-967C-D14EDDC891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518" y="3204293"/>
                  <a:ext cx="1433977" cy="264303"/>
                </a:xfrm>
                <a:prstGeom prst="rect">
                  <a:avLst/>
                </a:prstGeom>
                <a:blipFill>
                  <a:blip r:embed="rId3"/>
                  <a:stretch>
                    <a:fillRect b="-1627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022" name="组合 3021">
              <a:extLst>
                <a:ext uri="{FF2B5EF4-FFF2-40B4-BE49-F238E27FC236}">
                  <a16:creationId xmlns:a16="http://schemas.microsoft.com/office/drawing/2014/main" id="{20195BF2-5D9F-7E8E-9D15-7151BAF9B6F2}"/>
                </a:ext>
              </a:extLst>
            </p:cNvPr>
            <p:cNvGrpSpPr/>
            <p:nvPr/>
          </p:nvGrpSpPr>
          <p:grpSpPr>
            <a:xfrm>
              <a:off x="1056502" y="3484704"/>
              <a:ext cx="640404" cy="502035"/>
              <a:chOff x="235435" y="1457792"/>
              <a:chExt cx="640404" cy="502035"/>
            </a:xfrm>
          </p:grpSpPr>
          <p:sp>
            <p:nvSpPr>
              <p:cNvPr id="3023" name="流程图: 接点 167">
                <a:extLst>
                  <a:ext uri="{FF2B5EF4-FFF2-40B4-BE49-F238E27FC236}">
                    <a16:creationId xmlns:a16="http://schemas.microsoft.com/office/drawing/2014/main" id="{11FB314D-9434-BBB1-0187-D94C3646B93A}"/>
                  </a:ext>
                </a:extLst>
              </p:cNvPr>
              <p:cNvSpPr/>
              <p:nvPr/>
            </p:nvSpPr>
            <p:spPr>
              <a:xfrm rot="19805004">
                <a:off x="343682" y="1521885"/>
                <a:ext cx="108000" cy="108000"/>
              </a:xfrm>
              <a:prstGeom prst="flowChartConnector">
                <a:avLst/>
              </a:prstGeom>
              <a:solidFill>
                <a:srgbClr val="FEBFB8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 dirty="0">
                  <a:solidFill>
                    <a:schemeClr val="tx1"/>
                  </a:solidFill>
                  <a:latin typeface="Consolas" panose="020B0609020204030204" pitchFamily="49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3024" name="直接连接符 3023">
                <a:extLst>
                  <a:ext uri="{FF2B5EF4-FFF2-40B4-BE49-F238E27FC236}">
                    <a16:creationId xmlns:a16="http://schemas.microsoft.com/office/drawing/2014/main" id="{A5E469DF-9695-7A1D-620D-CE60A2D08C9D}"/>
                  </a:ext>
                </a:extLst>
              </p:cNvPr>
              <p:cNvCxnSpPr>
                <a:cxnSpLocks/>
                <a:stCxn id="3023" idx="6"/>
                <a:endCxn id="3025" idx="2"/>
              </p:cNvCxnSpPr>
              <p:nvPr/>
            </p:nvCxnSpPr>
            <p:spPr>
              <a:xfrm flipV="1">
                <a:off x="444487" y="1511792"/>
                <a:ext cx="123618" cy="37161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025" name="流程图: 接点 167">
                <a:extLst>
                  <a:ext uri="{FF2B5EF4-FFF2-40B4-BE49-F238E27FC236}">
                    <a16:creationId xmlns:a16="http://schemas.microsoft.com/office/drawing/2014/main" id="{B8382984-2DC7-D65A-5088-5DCBC07ED795}"/>
                  </a:ext>
                </a:extLst>
              </p:cNvPr>
              <p:cNvSpPr/>
              <p:nvPr/>
            </p:nvSpPr>
            <p:spPr>
              <a:xfrm>
                <a:off x="568105" y="1457792"/>
                <a:ext cx="108000" cy="108000"/>
              </a:xfrm>
              <a:prstGeom prst="flowChartConnector">
                <a:avLst/>
              </a:prstGeom>
              <a:solidFill>
                <a:srgbClr val="FEBFB8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 dirty="0">
                  <a:solidFill>
                    <a:schemeClr val="tx1"/>
                  </a:solidFill>
                  <a:latin typeface="Consolas" panose="020B0609020204030204" pitchFamily="49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26" name="流程图: 接点 167">
                <a:extLst>
                  <a:ext uri="{FF2B5EF4-FFF2-40B4-BE49-F238E27FC236}">
                    <a16:creationId xmlns:a16="http://schemas.microsoft.com/office/drawing/2014/main" id="{BFABE223-1C56-7DA6-6E68-A7CBC70373FD}"/>
                  </a:ext>
                </a:extLst>
              </p:cNvPr>
              <p:cNvSpPr/>
              <p:nvPr/>
            </p:nvSpPr>
            <p:spPr>
              <a:xfrm>
                <a:off x="767839" y="1565792"/>
                <a:ext cx="108000" cy="108000"/>
              </a:xfrm>
              <a:prstGeom prst="flowChartConnector">
                <a:avLst/>
              </a:prstGeom>
              <a:solidFill>
                <a:srgbClr val="FEBFB8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 dirty="0">
                  <a:solidFill>
                    <a:schemeClr val="tx1"/>
                  </a:solidFill>
                  <a:latin typeface="Consolas" panose="020B0609020204030204" pitchFamily="49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27" name="流程图: 接点 167">
                <a:extLst>
                  <a:ext uri="{FF2B5EF4-FFF2-40B4-BE49-F238E27FC236}">
                    <a16:creationId xmlns:a16="http://schemas.microsoft.com/office/drawing/2014/main" id="{9D968702-1218-5F19-653A-3953113D98D6}"/>
                  </a:ext>
                </a:extLst>
              </p:cNvPr>
              <p:cNvSpPr/>
              <p:nvPr/>
            </p:nvSpPr>
            <p:spPr>
              <a:xfrm>
                <a:off x="235435" y="1743827"/>
                <a:ext cx="108000" cy="108000"/>
              </a:xfrm>
              <a:prstGeom prst="flowChartConnector">
                <a:avLst/>
              </a:prstGeom>
              <a:solidFill>
                <a:srgbClr val="FEBFB8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 dirty="0">
                  <a:solidFill>
                    <a:schemeClr val="tx1"/>
                  </a:solidFill>
                  <a:latin typeface="Consolas" panose="020B0609020204030204" pitchFamily="49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28" name="流程图: 接点 167">
                <a:extLst>
                  <a:ext uri="{FF2B5EF4-FFF2-40B4-BE49-F238E27FC236}">
                    <a16:creationId xmlns:a16="http://schemas.microsoft.com/office/drawing/2014/main" id="{46199A3B-FE63-B01F-15E9-F5C0CB4BB094}"/>
                  </a:ext>
                </a:extLst>
              </p:cNvPr>
              <p:cNvSpPr/>
              <p:nvPr/>
            </p:nvSpPr>
            <p:spPr>
              <a:xfrm>
                <a:off x="488262" y="1851827"/>
                <a:ext cx="108000" cy="108000"/>
              </a:xfrm>
              <a:prstGeom prst="flowChartConnector">
                <a:avLst/>
              </a:prstGeom>
              <a:solidFill>
                <a:srgbClr val="FEBFB8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 dirty="0">
                  <a:solidFill>
                    <a:schemeClr val="tx1"/>
                  </a:solidFill>
                  <a:latin typeface="Consolas" panose="020B0609020204030204" pitchFamily="49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29" name="流程图: 接点 167">
                <a:extLst>
                  <a:ext uri="{FF2B5EF4-FFF2-40B4-BE49-F238E27FC236}">
                    <a16:creationId xmlns:a16="http://schemas.microsoft.com/office/drawing/2014/main" id="{9F512F5B-66F8-D824-BAC0-F3D82F999C0C}"/>
                  </a:ext>
                </a:extLst>
              </p:cNvPr>
              <p:cNvSpPr/>
              <p:nvPr/>
            </p:nvSpPr>
            <p:spPr>
              <a:xfrm rot="1463302">
                <a:off x="709030" y="1797827"/>
                <a:ext cx="108000" cy="108000"/>
              </a:xfrm>
              <a:prstGeom prst="flowChartConnector">
                <a:avLst/>
              </a:prstGeom>
              <a:solidFill>
                <a:srgbClr val="FEBFB8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 dirty="0">
                  <a:solidFill>
                    <a:schemeClr val="tx1"/>
                  </a:solidFill>
                  <a:latin typeface="Consolas" panose="020B0609020204030204" pitchFamily="49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3030" name="直接连接符 3029">
                <a:extLst>
                  <a:ext uri="{FF2B5EF4-FFF2-40B4-BE49-F238E27FC236}">
                    <a16:creationId xmlns:a16="http://schemas.microsoft.com/office/drawing/2014/main" id="{082DD900-1B69-4FFF-3400-F43F6AC10144}"/>
                  </a:ext>
                </a:extLst>
              </p:cNvPr>
              <p:cNvCxnSpPr>
                <a:cxnSpLocks/>
                <a:stCxn id="3025" idx="6"/>
                <a:endCxn id="3026" idx="1"/>
              </p:cNvCxnSpPr>
              <p:nvPr/>
            </p:nvCxnSpPr>
            <p:spPr>
              <a:xfrm>
                <a:off x="676105" y="1511792"/>
                <a:ext cx="107550" cy="69816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31" name="直接连接符 3030">
                <a:extLst>
                  <a:ext uri="{FF2B5EF4-FFF2-40B4-BE49-F238E27FC236}">
                    <a16:creationId xmlns:a16="http://schemas.microsoft.com/office/drawing/2014/main" id="{4DAC4253-DC05-36AE-B65C-990FA7C48E7F}"/>
                  </a:ext>
                </a:extLst>
              </p:cNvPr>
              <p:cNvCxnSpPr>
                <a:cxnSpLocks/>
                <a:stCxn id="3026" idx="4"/>
                <a:endCxn id="3029" idx="0"/>
              </p:cNvCxnSpPr>
              <p:nvPr/>
            </p:nvCxnSpPr>
            <p:spPr>
              <a:xfrm flipH="1">
                <a:off x="785328" y="1673792"/>
                <a:ext cx="36511" cy="128854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32" name="直接连接符 3031">
                <a:extLst>
                  <a:ext uri="{FF2B5EF4-FFF2-40B4-BE49-F238E27FC236}">
                    <a16:creationId xmlns:a16="http://schemas.microsoft.com/office/drawing/2014/main" id="{3D619F92-3C57-C79C-9FE8-A38CE378B2D5}"/>
                  </a:ext>
                </a:extLst>
              </p:cNvPr>
              <p:cNvCxnSpPr>
                <a:cxnSpLocks/>
                <a:stCxn id="3029" idx="3"/>
                <a:endCxn id="3028" idx="6"/>
              </p:cNvCxnSpPr>
              <p:nvPr/>
            </p:nvCxnSpPr>
            <p:spPr>
              <a:xfrm flipH="1">
                <a:off x="596262" y="1870837"/>
                <a:ext cx="116224" cy="3499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33" name="直接连接符 3032">
                <a:extLst>
                  <a:ext uri="{FF2B5EF4-FFF2-40B4-BE49-F238E27FC236}">
                    <a16:creationId xmlns:a16="http://schemas.microsoft.com/office/drawing/2014/main" id="{BB88A9AB-6FEB-8091-D5B7-65AF7A940A63}"/>
                  </a:ext>
                </a:extLst>
              </p:cNvPr>
              <p:cNvCxnSpPr>
                <a:cxnSpLocks/>
                <a:stCxn id="3028" idx="2"/>
                <a:endCxn id="3027" idx="5"/>
              </p:cNvCxnSpPr>
              <p:nvPr/>
            </p:nvCxnSpPr>
            <p:spPr>
              <a:xfrm flipH="1" flipV="1">
                <a:off x="327619" y="1836011"/>
                <a:ext cx="160643" cy="69816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34" name="直接连接符 3033">
                <a:extLst>
                  <a:ext uri="{FF2B5EF4-FFF2-40B4-BE49-F238E27FC236}">
                    <a16:creationId xmlns:a16="http://schemas.microsoft.com/office/drawing/2014/main" id="{46D9E316-30C9-B363-1C9E-9EF9971E1834}"/>
                  </a:ext>
                </a:extLst>
              </p:cNvPr>
              <p:cNvCxnSpPr>
                <a:cxnSpLocks/>
                <a:stCxn id="3023" idx="2"/>
                <a:endCxn id="3027" idx="0"/>
              </p:cNvCxnSpPr>
              <p:nvPr/>
            </p:nvCxnSpPr>
            <p:spPr>
              <a:xfrm flipH="1">
                <a:off x="289435" y="1602817"/>
                <a:ext cx="61442" cy="14101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35" name="直接连接符 3034">
                <a:extLst>
                  <a:ext uri="{FF2B5EF4-FFF2-40B4-BE49-F238E27FC236}">
                    <a16:creationId xmlns:a16="http://schemas.microsoft.com/office/drawing/2014/main" id="{66CCA5F4-791A-51B3-8BA1-AAEB228B24AE}"/>
                  </a:ext>
                </a:extLst>
              </p:cNvPr>
              <p:cNvCxnSpPr>
                <a:cxnSpLocks/>
                <a:stCxn id="3028" idx="0"/>
                <a:endCxn id="3025" idx="4"/>
              </p:cNvCxnSpPr>
              <p:nvPr/>
            </p:nvCxnSpPr>
            <p:spPr>
              <a:xfrm flipV="1">
                <a:off x="542262" y="1565792"/>
                <a:ext cx="79843" cy="28603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36" name="直接连接符 3035">
                <a:extLst>
                  <a:ext uri="{FF2B5EF4-FFF2-40B4-BE49-F238E27FC236}">
                    <a16:creationId xmlns:a16="http://schemas.microsoft.com/office/drawing/2014/main" id="{BAA38485-9962-6079-4679-4E6E92C21570}"/>
                  </a:ext>
                </a:extLst>
              </p:cNvPr>
              <p:cNvCxnSpPr>
                <a:cxnSpLocks/>
                <a:stCxn id="3023" idx="5"/>
                <a:endCxn id="3026" idx="2"/>
              </p:cNvCxnSpPr>
              <p:nvPr/>
            </p:nvCxnSpPr>
            <p:spPr>
              <a:xfrm>
                <a:off x="449822" y="1589937"/>
                <a:ext cx="318017" cy="2985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37" name="直接连接符 3036">
                <a:extLst>
                  <a:ext uri="{FF2B5EF4-FFF2-40B4-BE49-F238E27FC236}">
                    <a16:creationId xmlns:a16="http://schemas.microsoft.com/office/drawing/2014/main" id="{8B5A6729-AE1B-1B75-8F20-3BDE1F181ABD}"/>
                  </a:ext>
                </a:extLst>
              </p:cNvPr>
              <p:cNvCxnSpPr>
                <a:cxnSpLocks/>
                <a:stCxn id="3028" idx="7"/>
                <a:endCxn id="3026" idx="3"/>
              </p:cNvCxnSpPr>
              <p:nvPr/>
            </p:nvCxnSpPr>
            <p:spPr>
              <a:xfrm flipV="1">
                <a:off x="580446" y="1657976"/>
                <a:ext cx="203209" cy="209667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38" name="直接连接符 3037">
                <a:extLst>
                  <a:ext uri="{FF2B5EF4-FFF2-40B4-BE49-F238E27FC236}">
                    <a16:creationId xmlns:a16="http://schemas.microsoft.com/office/drawing/2014/main" id="{916F3D0E-88F8-CCC2-F6AA-9C74319D4734}"/>
                  </a:ext>
                </a:extLst>
              </p:cNvPr>
              <p:cNvCxnSpPr>
                <a:cxnSpLocks/>
                <a:stCxn id="3027" idx="6"/>
                <a:endCxn id="3029" idx="2"/>
              </p:cNvCxnSpPr>
              <p:nvPr/>
            </p:nvCxnSpPr>
            <p:spPr>
              <a:xfrm>
                <a:off x="343435" y="1797827"/>
                <a:ext cx="370414" cy="31702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39" name="直接连接符 3038">
                <a:extLst>
                  <a:ext uri="{FF2B5EF4-FFF2-40B4-BE49-F238E27FC236}">
                    <a16:creationId xmlns:a16="http://schemas.microsoft.com/office/drawing/2014/main" id="{7FAA34AE-D135-2275-1477-979138427417}"/>
                  </a:ext>
                </a:extLst>
              </p:cNvPr>
              <p:cNvCxnSpPr>
                <a:cxnSpLocks/>
                <a:stCxn id="3027" idx="7"/>
                <a:endCxn id="3025" idx="3"/>
              </p:cNvCxnSpPr>
              <p:nvPr/>
            </p:nvCxnSpPr>
            <p:spPr>
              <a:xfrm flipV="1">
                <a:off x="327619" y="1549976"/>
                <a:ext cx="256302" cy="209667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40" name="直接连接符 3039">
                <a:extLst>
                  <a:ext uri="{FF2B5EF4-FFF2-40B4-BE49-F238E27FC236}">
                    <a16:creationId xmlns:a16="http://schemas.microsoft.com/office/drawing/2014/main" id="{538EA00C-A506-291E-33AE-199A53953F9A}"/>
                  </a:ext>
                </a:extLst>
              </p:cNvPr>
              <p:cNvCxnSpPr>
                <a:cxnSpLocks/>
                <a:stCxn id="3023" idx="4"/>
                <a:endCxn id="3028" idx="1"/>
              </p:cNvCxnSpPr>
              <p:nvPr/>
            </p:nvCxnSpPr>
            <p:spPr>
              <a:xfrm>
                <a:off x="424614" y="1622690"/>
                <a:ext cx="79464" cy="244953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41" name="直接连接符 3040">
                <a:extLst>
                  <a:ext uri="{FF2B5EF4-FFF2-40B4-BE49-F238E27FC236}">
                    <a16:creationId xmlns:a16="http://schemas.microsoft.com/office/drawing/2014/main" id="{E6DB18E4-E22B-E552-CC4A-4C73B9847B3E}"/>
                  </a:ext>
                </a:extLst>
              </p:cNvPr>
              <p:cNvCxnSpPr>
                <a:cxnSpLocks/>
                <a:stCxn id="3025" idx="5"/>
                <a:endCxn id="3029" idx="1"/>
              </p:cNvCxnSpPr>
              <p:nvPr/>
            </p:nvCxnSpPr>
            <p:spPr>
              <a:xfrm>
                <a:off x="660289" y="1549976"/>
                <a:ext cx="83731" cy="25130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3042" name="组合 3041">
              <a:extLst>
                <a:ext uri="{FF2B5EF4-FFF2-40B4-BE49-F238E27FC236}">
                  <a16:creationId xmlns:a16="http://schemas.microsoft.com/office/drawing/2014/main" id="{18EBE36B-DC53-1E1C-3AC6-3B9FDFB37B61}"/>
                </a:ext>
              </a:extLst>
            </p:cNvPr>
            <p:cNvGrpSpPr/>
            <p:nvPr/>
          </p:nvGrpSpPr>
          <p:grpSpPr>
            <a:xfrm>
              <a:off x="669233" y="574908"/>
              <a:ext cx="1468889" cy="874723"/>
              <a:chOff x="76748" y="478741"/>
              <a:chExt cx="1468889" cy="87472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43" name="文本框 3042">
                    <a:extLst>
                      <a:ext uri="{FF2B5EF4-FFF2-40B4-BE49-F238E27FC236}">
                        <a16:creationId xmlns:a16="http://schemas.microsoft.com/office/drawing/2014/main" id="{D1077374-9A5A-A5D9-D1E9-3295E3A9FA29}"/>
                      </a:ext>
                    </a:extLst>
                  </p:cNvPr>
                  <p:cNvSpPr txBox="1"/>
                  <p:nvPr/>
                </p:nvSpPr>
                <p:spPr>
                  <a:xfrm>
                    <a:off x="76748" y="478741"/>
                    <a:ext cx="1468889" cy="27988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>
                      <a:lnSpc>
                        <a:spcPct val="107000"/>
                      </a:lnSpc>
                      <a:spcAft>
                        <a:spcPts val="800"/>
                      </a:spcAft>
                    </a:pP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DengXian" panose="02010600030101010101" pitchFamily="2" charset="-122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altLang="zh-CN" sz="1200" dirty="0">
                                <a:solidFill>
                                  <a:srgbClr val="000000"/>
                                </a:solidFill>
                                <a:latin typeface="Consolas" panose="020B0609020204030204" pitchFamily="49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𝒢</m:t>
                            </m:r>
                          </m:e>
                          <m:sub>
                            <m:r>
                              <a:rPr lang="en-US" altLang="zh-CN" sz="12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DengXian" panose="02010600030101010101" pitchFamily="2" charset="-122"/>
                              </a:rPr>
                              <m:t>1</m:t>
                            </m:r>
                          </m:sub>
                        </m:sSub>
                      </m:oMath>
                    </a14:m>
                    <a:r>
                      <a:rPr lang="en-US" altLang="zh-CN" sz="1200" dirty="0">
                        <a:latin typeface="Consolas" panose="020B0609020204030204" pitchFamily="49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a:t>:Normal Graph</a:t>
                    </a:r>
                    <a:endParaRPr lang="zh-CN" altLang="zh-CN" sz="1200" dirty="0">
                      <a:latin typeface="Consolas" panose="020B0609020204030204" pitchFamily="49" charset="0"/>
                      <a:ea typeface="DengXian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3043" name="文本框 3042">
                    <a:extLst>
                      <a:ext uri="{FF2B5EF4-FFF2-40B4-BE49-F238E27FC236}">
                        <a16:creationId xmlns:a16="http://schemas.microsoft.com/office/drawing/2014/main" id="{D1077374-9A5A-A5D9-D1E9-3295E3A9FA2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748" y="478741"/>
                    <a:ext cx="1468889" cy="27988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1521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044" name="组合 3043">
                <a:extLst>
                  <a:ext uri="{FF2B5EF4-FFF2-40B4-BE49-F238E27FC236}">
                    <a16:creationId xmlns:a16="http://schemas.microsoft.com/office/drawing/2014/main" id="{A73D6F45-0FC5-723E-BD5F-48B0B5319020}"/>
                  </a:ext>
                </a:extLst>
              </p:cNvPr>
              <p:cNvGrpSpPr/>
              <p:nvPr/>
            </p:nvGrpSpPr>
            <p:grpSpPr>
              <a:xfrm>
                <a:off x="506683" y="765487"/>
                <a:ext cx="583565" cy="587977"/>
                <a:chOff x="396078" y="242412"/>
                <a:chExt cx="583565" cy="587977"/>
              </a:xfrm>
            </p:grpSpPr>
            <p:sp>
              <p:nvSpPr>
                <p:cNvPr id="3045" name="流程图: 接点 167">
                  <a:extLst>
                    <a:ext uri="{FF2B5EF4-FFF2-40B4-BE49-F238E27FC236}">
                      <a16:creationId xmlns:a16="http://schemas.microsoft.com/office/drawing/2014/main" id="{FDBBDDF2-D10E-38D5-EC11-AC044BF67586}"/>
                    </a:ext>
                  </a:extLst>
                </p:cNvPr>
                <p:cNvSpPr/>
                <p:nvPr/>
              </p:nvSpPr>
              <p:spPr>
                <a:xfrm>
                  <a:off x="396078" y="242412"/>
                  <a:ext cx="108000" cy="108000"/>
                </a:xfrm>
                <a:prstGeom prst="flowChartConnector">
                  <a:avLst/>
                </a:prstGeom>
                <a:solidFill>
                  <a:srgbClr val="C7E6F9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00" dirty="0">
                    <a:solidFill>
                      <a:schemeClr val="tx1"/>
                    </a:solidFill>
                    <a:latin typeface="Consolas" panose="020B0609020204030204" pitchFamily="49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46" name="流程图: 接点 167">
                  <a:extLst>
                    <a:ext uri="{FF2B5EF4-FFF2-40B4-BE49-F238E27FC236}">
                      <a16:creationId xmlns:a16="http://schemas.microsoft.com/office/drawing/2014/main" id="{0D052DDD-23FF-5FC4-370A-FD6869C0BB2F}"/>
                    </a:ext>
                  </a:extLst>
                </p:cNvPr>
                <p:cNvSpPr/>
                <p:nvPr/>
              </p:nvSpPr>
              <p:spPr>
                <a:xfrm>
                  <a:off x="488262" y="517123"/>
                  <a:ext cx="108000" cy="108000"/>
                </a:xfrm>
                <a:prstGeom prst="flowChartConnector">
                  <a:avLst/>
                </a:prstGeom>
                <a:solidFill>
                  <a:srgbClr val="C7E6F9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00" dirty="0">
                    <a:solidFill>
                      <a:schemeClr val="tx1"/>
                    </a:solidFill>
                    <a:latin typeface="Consolas" panose="020B0609020204030204" pitchFamily="49" charset="0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3047" name="直接连接符 3046">
                  <a:extLst>
                    <a:ext uri="{FF2B5EF4-FFF2-40B4-BE49-F238E27FC236}">
                      <a16:creationId xmlns:a16="http://schemas.microsoft.com/office/drawing/2014/main" id="{42E77F44-4BCB-56CA-AEE0-65D72F8FC927}"/>
                    </a:ext>
                  </a:extLst>
                </p:cNvPr>
                <p:cNvCxnSpPr>
                  <a:cxnSpLocks/>
                  <a:stCxn id="3045" idx="4"/>
                  <a:endCxn id="3046" idx="1"/>
                </p:cNvCxnSpPr>
                <p:nvPr/>
              </p:nvCxnSpPr>
              <p:spPr>
                <a:xfrm>
                  <a:off x="450078" y="350412"/>
                  <a:ext cx="54000" cy="182527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048" name="流程图: 接点 167">
                  <a:extLst>
                    <a:ext uri="{FF2B5EF4-FFF2-40B4-BE49-F238E27FC236}">
                      <a16:creationId xmlns:a16="http://schemas.microsoft.com/office/drawing/2014/main" id="{A853DEF8-D4F2-8B5A-589C-ACAD32284FE9}"/>
                    </a:ext>
                  </a:extLst>
                </p:cNvPr>
                <p:cNvSpPr/>
                <p:nvPr/>
              </p:nvSpPr>
              <p:spPr>
                <a:xfrm>
                  <a:off x="681144" y="315550"/>
                  <a:ext cx="108000" cy="108000"/>
                </a:xfrm>
                <a:prstGeom prst="flowChartConnector">
                  <a:avLst/>
                </a:prstGeom>
                <a:solidFill>
                  <a:srgbClr val="C7E6F9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00" dirty="0">
                    <a:solidFill>
                      <a:schemeClr val="tx1"/>
                    </a:solidFill>
                    <a:latin typeface="Consolas" panose="020B0609020204030204" pitchFamily="49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49" name="流程图: 接点 167">
                  <a:extLst>
                    <a:ext uri="{FF2B5EF4-FFF2-40B4-BE49-F238E27FC236}">
                      <a16:creationId xmlns:a16="http://schemas.microsoft.com/office/drawing/2014/main" id="{B3B986A0-30EF-CD1B-54FF-BD84BBE4CAD7}"/>
                    </a:ext>
                  </a:extLst>
                </p:cNvPr>
                <p:cNvSpPr/>
                <p:nvPr/>
              </p:nvSpPr>
              <p:spPr>
                <a:xfrm>
                  <a:off x="681144" y="722389"/>
                  <a:ext cx="108000" cy="108000"/>
                </a:xfrm>
                <a:prstGeom prst="flowChartConnector">
                  <a:avLst/>
                </a:prstGeom>
                <a:solidFill>
                  <a:srgbClr val="C7E6F9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00" dirty="0">
                    <a:solidFill>
                      <a:schemeClr val="tx1"/>
                    </a:solidFill>
                    <a:latin typeface="Consolas" panose="020B0609020204030204" pitchFamily="49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50" name="流程图: 接点 167">
                  <a:extLst>
                    <a:ext uri="{FF2B5EF4-FFF2-40B4-BE49-F238E27FC236}">
                      <a16:creationId xmlns:a16="http://schemas.microsoft.com/office/drawing/2014/main" id="{7ABE70EC-C441-8ED5-CD6B-3BE34BB77465}"/>
                    </a:ext>
                  </a:extLst>
                </p:cNvPr>
                <p:cNvSpPr/>
                <p:nvPr/>
              </p:nvSpPr>
              <p:spPr>
                <a:xfrm>
                  <a:off x="871643" y="517123"/>
                  <a:ext cx="108000" cy="108000"/>
                </a:xfrm>
                <a:prstGeom prst="flowChartConnector">
                  <a:avLst/>
                </a:prstGeom>
                <a:solidFill>
                  <a:srgbClr val="C7E6F9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00" dirty="0">
                    <a:solidFill>
                      <a:schemeClr val="tx1"/>
                    </a:solidFill>
                    <a:latin typeface="Consolas" panose="020B0609020204030204" pitchFamily="49" charset="0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3051" name="直接连接符 3050">
                  <a:extLst>
                    <a:ext uri="{FF2B5EF4-FFF2-40B4-BE49-F238E27FC236}">
                      <a16:creationId xmlns:a16="http://schemas.microsoft.com/office/drawing/2014/main" id="{56DBF1E2-122D-23FA-B509-023628614190}"/>
                    </a:ext>
                  </a:extLst>
                </p:cNvPr>
                <p:cNvCxnSpPr>
                  <a:cxnSpLocks/>
                  <a:stCxn id="3046" idx="7"/>
                  <a:endCxn id="3048" idx="3"/>
                </p:cNvCxnSpPr>
                <p:nvPr/>
              </p:nvCxnSpPr>
              <p:spPr>
                <a:xfrm flipV="1">
                  <a:off x="580446" y="407734"/>
                  <a:ext cx="116514" cy="125205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052" name="直接连接符 3051">
                  <a:extLst>
                    <a:ext uri="{FF2B5EF4-FFF2-40B4-BE49-F238E27FC236}">
                      <a16:creationId xmlns:a16="http://schemas.microsoft.com/office/drawing/2014/main" id="{8EEACA0B-9E48-2A2A-B646-8D9D3B1057FB}"/>
                    </a:ext>
                  </a:extLst>
                </p:cNvPr>
                <p:cNvCxnSpPr>
                  <a:cxnSpLocks/>
                  <a:stCxn id="3048" idx="5"/>
                  <a:endCxn id="3050" idx="1"/>
                </p:cNvCxnSpPr>
                <p:nvPr/>
              </p:nvCxnSpPr>
              <p:spPr>
                <a:xfrm>
                  <a:off x="773328" y="407734"/>
                  <a:ext cx="114131" cy="125205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053" name="直接连接符 3052">
                  <a:extLst>
                    <a:ext uri="{FF2B5EF4-FFF2-40B4-BE49-F238E27FC236}">
                      <a16:creationId xmlns:a16="http://schemas.microsoft.com/office/drawing/2014/main" id="{CF10E797-5366-CF7C-7519-6766362E1B40}"/>
                    </a:ext>
                  </a:extLst>
                </p:cNvPr>
                <p:cNvCxnSpPr>
                  <a:cxnSpLocks/>
                  <a:stCxn id="3046" idx="5"/>
                  <a:endCxn id="3049" idx="1"/>
                </p:cNvCxnSpPr>
                <p:nvPr/>
              </p:nvCxnSpPr>
              <p:spPr>
                <a:xfrm>
                  <a:off x="580446" y="609307"/>
                  <a:ext cx="116514" cy="128898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054" name="直接连接符 3053">
                  <a:extLst>
                    <a:ext uri="{FF2B5EF4-FFF2-40B4-BE49-F238E27FC236}">
                      <a16:creationId xmlns:a16="http://schemas.microsoft.com/office/drawing/2014/main" id="{98B3460D-A38A-0894-491B-F05720625B0D}"/>
                    </a:ext>
                  </a:extLst>
                </p:cNvPr>
                <p:cNvCxnSpPr>
                  <a:cxnSpLocks/>
                  <a:stCxn id="3050" idx="3"/>
                  <a:endCxn id="3049" idx="7"/>
                </p:cNvCxnSpPr>
                <p:nvPr/>
              </p:nvCxnSpPr>
              <p:spPr>
                <a:xfrm flipH="1">
                  <a:off x="773328" y="609307"/>
                  <a:ext cx="114131" cy="128898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055" name="直接连接符 3054">
              <a:extLst>
                <a:ext uri="{FF2B5EF4-FFF2-40B4-BE49-F238E27FC236}">
                  <a16:creationId xmlns:a16="http://schemas.microsoft.com/office/drawing/2014/main" id="{DAFA6847-7894-6557-ADAA-928953B91525}"/>
                </a:ext>
              </a:extLst>
            </p:cNvPr>
            <p:cNvCxnSpPr>
              <a:cxnSpLocks/>
              <a:stCxn id="3048" idx="4"/>
              <a:endCxn id="3049" idx="0"/>
            </p:cNvCxnSpPr>
            <p:nvPr/>
          </p:nvCxnSpPr>
          <p:spPr>
            <a:xfrm>
              <a:off x="1438233" y="1042792"/>
              <a:ext cx="0" cy="298839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56" name="文本框 3055">
                  <a:extLst>
                    <a:ext uri="{FF2B5EF4-FFF2-40B4-BE49-F238E27FC236}">
                      <a16:creationId xmlns:a16="http://schemas.microsoft.com/office/drawing/2014/main" id="{68302231-4104-668B-3CD6-16A87B73C0F1}"/>
                    </a:ext>
                  </a:extLst>
                </p:cNvPr>
                <p:cNvSpPr txBox="1"/>
                <p:nvPr/>
              </p:nvSpPr>
              <p:spPr>
                <a:xfrm>
                  <a:off x="668389" y="1665496"/>
                  <a:ext cx="1546601" cy="28071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>
                    <a:lnSpc>
                      <a:spcPct val="107000"/>
                    </a:lnSpc>
                    <a:spcAft>
                      <a:spcPts val="800"/>
                    </a:spcAft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DengXian" panose="02010600030101010101" pitchFamily="2" charset="-122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altLang="zh-CN" sz="1200" dirty="0">
                              <a:solidFill>
                                <a:srgbClr val="000000"/>
                              </a:solidFill>
                              <a:latin typeface="Consolas" panose="020B0609020204030204" pitchFamily="49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𝒢</m:t>
                          </m:r>
                        </m:e>
                        <m:sub>
                          <m:r>
                            <a:rPr lang="en-US" altLang="zh-CN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DengXian" panose="02010600030101010101" pitchFamily="2" charset="-122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en-US" altLang="zh-CN" sz="1200" dirty="0">
                      <a:latin typeface="Consolas" panose="020B0609020204030204" pitchFamily="49" charset="0"/>
                      <a:ea typeface="DengXian" panose="02010600030101010101" pitchFamily="2" charset="-122"/>
                      <a:cs typeface="Times New Roman" panose="02020603050405020304" pitchFamily="18" charset="0"/>
                    </a:rPr>
                    <a:t>:Normal Graph</a:t>
                  </a:r>
                  <a:endParaRPr lang="zh-CN" altLang="zh-CN" sz="1200" dirty="0">
                    <a:latin typeface="Consolas" panose="020B0609020204030204" pitchFamily="49" charset="0"/>
                    <a:ea typeface="DengXian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3056" name="文本框 3055">
                  <a:extLst>
                    <a:ext uri="{FF2B5EF4-FFF2-40B4-BE49-F238E27FC236}">
                      <a16:creationId xmlns:a16="http://schemas.microsoft.com/office/drawing/2014/main" id="{68302231-4104-668B-3CD6-16A87B73C0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389" y="1665496"/>
                  <a:ext cx="1546601" cy="280718"/>
                </a:xfrm>
                <a:prstGeom prst="rect">
                  <a:avLst/>
                </a:prstGeom>
                <a:blipFill>
                  <a:blip r:embed="rId5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057" name="组合 3056">
              <a:extLst>
                <a:ext uri="{FF2B5EF4-FFF2-40B4-BE49-F238E27FC236}">
                  <a16:creationId xmlns:a16="http://schemas.microsoft.com/office/drawing/2014/main" id="{AF35C97B-D543-A4CB-515A-FC0A2FB45698}"/>
                </a:ext>
              </a:extLst>
            </p:cNvPr>
            <p:cNvGrpSpPr/>
            <p:nvPr/>
          </p:nvGrpSpPr>
          <p:grpSpPr>
            <a:xfrm>
              <a:off x="1110503" y="1948404"/>
              <a:ext cx="583565" cy="587977"/>
              <a:chOff x="-571712" y="739607"/>
              <a:chExt cx="583565" cy="587977"/>
            </a:xfrm>
          </p:grpSpPr>
          <p:grpSp>
            <p:nvGrpSpPr>
              <p:cNvPr id="3058" name="组合 3057">
                <a:extLst>
                  <a:ext uri="{FF2B5EF4-FFF2-40B4-BE49-F238E27FC236}">
                    <a16:creationId xmlns:a16="http://schemas.microsoft.com/office/drawing/2014/main" id="{A2089133-E3FB-5998-3513-F464C355908F}"/>
                  </a:ext>
                </a:extLst>
              </p:cNvPr>
              <p:cNvGrpSpPr/>
              <p:nvPr/>
            </p:nvGrpSpPr>
            <p:grpSpPr>
              <a:xfrm>
                <a:off x="-571712" y="739607"/>
                <a:ext cx="583565" cy="587977"/>
                <a:chOff x="396078" y="242412"/>
                <a:chExt cx="583565" cy="587977"/>
              </a:xfrm>
            </p:grpSpPr>
            <p:sp>
              <p:nvSpPr>
                <p:cNvPr id="3060" name="流程图: 接点 167">
                  <a:extLst>
                    <a:ext uri="{FF2B5EF4-FFF2-40B4-BE49-F238E27FC236}">
                      <a16:creationId xmlns:a16="http://schemas.microsoft.com/office/drawing/2014/main" id="{EB25F3CD-06FA-0898-3F99-EA3094204C46}"/>
                    </a:ext>
                  </a:extLst>
                </p:cNvPr>
                <p:cNvSpPr/>
                <p:nvPr/>
              </p:nvSpPr>
              <p:spPr>
                <a:xfrm>
                  <a:off x="396078" y="242412"/>
                  <a:ext cx="108000" cy="108000"/>
                </a:xfrm>
                <a:prstGeom prst="flowChartConnector">
                  <a:avLst/>
                </a:prstGeom>
                <a:solidFill>
                  <a:srgbClr val="C7E6F9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00" dirty="0">
                    <a:solidFill>
                      <a:schemeClr val="tx1"/>
                    </a:solidFill>
                    <a:latin typeface="Consolas" panose="020B0609020204030204" pitchFamily="49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61" name="流程图: 接点 167">
                  <a:extLst>
                    <a:ext uri="{FF2B5EF4-FFF2-40B4-BE49-F238E27FC236}">
                      <a16:creationId xmlns:a16="http://schemas.microsoft.com/office/drawing/2014/main" id="{34EC294F-E050-9FDD-FBFE-F693A920EF44}"/>
                    </a:ext>
                  </a:extLst>
                </p:cNvPr>
                <p:cNvSpPr/>
                <p:nvPr/>
              </p:nvSpPr>
              <p:spPr>
                <a:xfrm>
                  <a:off x="488262" y="517123"/>
                  <a:ext cx="108000" cy="108000"/>
                </a:xfrm>
                <a:prstGeom prst="flowChartConnector">
                  <a:avLst/>
                </a:prstGeom>
                <a:solidFill>
                  <a:srgbClr val="C7E6F9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00" dirty="0">
                    <a:solidFill>
                      <a:schemeClr val="tx1"/>
                    </a:solidFill>
                    <a:latin typeface="Consolas" panose="020B0609020204030204" pitchFamily="49" charset="0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3062" name="直接连接符 3061">
                  <a:extLst>
                    <a:ext uri="{FF2B5EF4-FFF2-40B4-BE49-F238E27FC236}">
                      <a16:creationId xmlns:a16="http://schemas.microsoft.com/office/drawing/2014/main" id="{67484BF6-158F-958B-BF69-03E6A2D72237}"/>
                    </a:ext>
                  </a:extLst>
                </p:cNvPr>
                <p:cNvCxnSpPr>
                  <a:cxnSpLocks/>
                  <a:stCxn id="3060" idx="4"/>
                  <a:endCxn id="3061" idx="1"/>
                </p:cNvCxnSpPr>
                <p:nvPr/>
              </p:nvCxnSpPr>
              <p:spPr>
                <a:xfrm>
                  <a:off x="450078" y="350412"/>
                  <a:ext cx="54000" cy="182527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063" name="流程图: 接点 167">
                  <a:extLst>
                    <a:ext uri="{FF2B5EF4-FFF2-40B4-BE49-F238E27FC236}">
                      <a16:creationId xmlns:a16="http://schemas.microsoft.com/office/drawing/2014/main" id="{1541EEA9-5D8F-D93D-F380-5280F3366E4D}"/>
                    </a:ext>
                  </a:extLst>
                </p:cNvPr>
                <p:cNvSpPr/>
                <p:nvPr/>
              </p:nvSpPr>
              <p:spPr>
                <a:xfrm>
                  <a:off x="681144" y="315550"/>
                  <a:ext cx="108000" cy="108000"/>
                </a:xfrm>
                <a:prstGeom prst="flowChartConnector">
                  <a:avLst/>
                </a:prstGeom>
                <a:solidFill>
                  <a:srgbClr val="C7E6F9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00" dirty="0">
                    <a:solidFill>
                      <a:schemeClr val="tx1"/>
                    </a:solidFill>
                    <a:latin typeface="Consolas" panose="020B0609020204030204" pitchFamily="49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64" name="流程图: 接点 167">
                  <a:extLst>
                    <a:ext uri="{FF2B5EF4-FFF2-40B4-BE49-F238E27FC236}">
                      <a16:creationId xmlns:a16="http://schemas.microsoft.com/office/drawing/2014/main" id="{7439576C-3C82-5CB0-F5D4-50812424CD9A}"/>
                    </a:ext>
                  </a:extLst>
                </p:cNvPr>
                <p:cNvSpPr/>
                <p:nvPr/>
              </p:nvSpPr>
              <p:spPr>
                <a:xfrm>
                  <a:off x="681144" y="722389"/>
                  <a:ext cx="108000" cy="108000"/>
                </a:xfrm>
                <a:prstGeom prst="flowChartConnector">
                  <a:avLst/>
                </a:prstGeom>
                <a:solidFill>
                  <a:srgbClr val="C7E6F9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00" dirty="0">
                    <a:solidFill>
                      <a:schemeClr val="tx1"/>
                    </a:solidFill>
                    <a:latin typeface="Consolas" panose="020B0609020204030204" pitchFamily="49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65" name="流程图: 接点 167">
                  <a:extLst>
                    <a:ext uri="{FF2B5EF4-FFF2-40B4-BE49-F238E27FC236}">
                      <a16:creationId xmlns:a16="http://schemas.microsoft.com/office/drawing/2014/main" id="{F5437CE7-D784-9DDA-4185-3F472D334A78}"/>
                    </a:ext>
                  </a:extLst>
                </p:cNvPr>
                <p:cNvSpPr/>
                <p:nvPr/>
              </p:nvSpPr>
              <p:spPr>
                <a:xfrm>
                  <a:off x="871643" y="517123"/>
                  <a:ext cx="108000" cy="108000"/>
                </a:xfrm>
                <a:prstGeom prst="flowChartConnector">
                  <a:avLst/>
                </a:prstGeom>
                <a:solidFill>
                  <a:srgbClr val="C7E6F9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00" dirty="0">
                    <a:solidFill>
                      <a:schemeClr val="tx1"/>
                    </a:solidFill>
                    <a:latin typeface="Consolas" panose="020B0609020204030204" pitchFamily="49" charset="0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3066" name="直接连接符 3065">
                  <a:extLst>
                    <a:ext uri="{FF2B5EF4-FFF2-40B4-BE49-F238E27FC236}">
                      <a16:creationId xmlns:a16="http://schemas.microsoft.com/office/drawing/2014/main" id="{D5CFD9E5-1BF9-0711-7669-A8CF34C04924}"/>
                    </a:ext>
                  </a:extLst>
                </p:cNvPr>
                <p:cNvCxnSpPr>
                  <a:cxnSpLocks/>
                  <a:stCxn id="3061" idx="7"/>
                  <a:endCxn id="3063" idx="3"/>
                </p:cNvCxnSpPr>
                <p:nvPr/>
              </p:nvCxnSpPr>
              <p:spPr>
                <a:xfrm flipV="1">
                  <a:off x="580446" y="407734"/>
                  <a:ext cx="116514" cy="125205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067" name="直接连接符 3066">
                  <a:extLst>
                    <a:ext uri="{FF2B5EF4-FFF2-40B4-BE49-F238E27FC236}">
                      <a16:creationId xmlns:a16="http://schemas.microsoft.com/office/drawing/2014/main" id="{10171653-2F2E-F56D-8FCA-8101B463A1BF}"/>
                    </a:ext>
                  </a:extLst>
                </p:cNvPr>
                <p:cNvCxnSpPr>
                  <a:cxnSpLocks/>
                  <a:stCxn id="3063" idx="5"/>
                  <a:endCxn id="3065" idx="1"/>
                </p:cNvCxnSpPr>
                <p:nvPr/>
              </p:nvCxnSpPr>
              <p:spPr>
                <a:xfrm>
                  <a:off x="773328" y="407734"/>
                  <a:ext cx="114131" cy="125205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068" name="直接连接符 3067">
                  <a:extLst>
                    <a:ext uri="{FF2B5EF4-FFF2-40B4-BE49-F238E27FC236}">
                      <a16:creationId xmlns:a16="http://schemas.microsoft.com/office/drawing/2014/main" id="{8769D69E-0DA8-589F-D42C-801715D208AC}"/>
                    </a:ext>
                  </a:extLst>
                </p:cNvPr>
                <p:cNvCxnSpPr>
                  <a:cxnSpLocks/>
                  <a:stCxn id="3061" idx="5"/>
                  <a:endCxn id="3064" idx="1"/>
                </p:cNvCxnSpPr>
                <p:nvPr/>
              </p:nvCxnSpPr>
              <p:spPr>
                <a:xfrm>
                  <a:off x="580446" y="609307"/>
                  <a:ext cx="116514" cy="128898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069" name="直接连接符 3068">
                  <a:extLst>
                    <a:ext uri="{FF2B5EF4-FFF2-40B4-BE49-F238E27FC236}">
                      <a16:creationId xmlns:a16="http://schemas.microsoft.com/office/drawing/2014/main" id="{05B6B033-CC1A-B22F-4FC3-5C274F291901}"/>
                    </a:ext>
                  </a:extLst>
                </p:cNvPr>
                <p:cNvCxnSpPr>
                  <a:cxnSpLocks/>
                  <a:stCxn id="3065" idx="3"/>
                  <a:endCxn id="3064" idx="7"/>
                </p:cNvCxnSpPr>
                <p:nvPr/>
              </p:nvCxnSpPr>
              <p:spPr>
                <a:xfrm flipH="1">
                  <a:off x="773328" y="609307"/>
                  <a:ext cx="114131" cy="128898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059" name="直接连接符 3058">
                <a:extLst>
                  <a:ext uri="{FF2B5EF4-FFF2-40B4-BE49-F238E27FC236}">
                    <a16:creationId xmlns:a16="http://schemas.microsoft.com/office/drawing/2014/main" id="{7E1E0C06-0CF3-2EA3-2EAD-3214CFEB4E5B}"/>
                  </a:ext>
                </a:extLst>
              </p:cNvPr>
              <p:cNvCxnSpPr>
                <a:cxnSpLocks/>
                <a:stCxn id="3060" idx="6"/>
                <a:endCxn id="3063" idx="1"/>
              </p:cNvCxnSpPr>
              <p:nvPr/>
            </p:nvCxnSpPr>
            <p:spPr>
              <a:xfrm>
                <a:off x="-463712" y="793607"/>
                <a:ext cx="192882" cy="34954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070" name="直接连接符 3069">
              <a:extLst>
                <a:ext uri="{FF2B5EF4-FFF2-40B4-BE49-F238E27FC236}">
                  <a16:creationId xmlns:a16="http://schemas.microsoft.com/office/drawing/2014/main" id="{3C7A99EB-F8CD-55E5-8C90-1C8409E62515}"/>
                </a:ext>
              </a:extLst>
            </p:cNvPr>
            <p:cNvCxnSpPr>
              <a:cxnSpLocks/>
              <a:stCxn id="3046" idx="6"/>
              <a:endCxn id="3050" idx="2"/>
            </p:cNvCxnSpPr>
            <p:nvPr/>
          </p:nvCxnSpPr>
          <p:spPr>
            <a:xfrm>
              <a:off x="1299352" y="1190364"/>
              <a:ext cx="275381" cy="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71" name="矩形: 圆角 3070">
              <a:extLst>
                <a:ext uri="{FF2B5EF4-FFF2-40B4-BE49-F238E27FC236}">
                  <a16:creationId xmlns:a16="http://schemas.microsoft.com/office/drawing/2014/main" id="{6896DB74-F9D7-CF79-3522-AED602FCD361}"/>
                </a:ext>
              </a:extLst>
            </p:cNvPr>
            <p:cNvSpPr/>
            <p:nvPr/>
          </p:nvSpPr>
          <p:spPr>
            <a:xfrm>
              <a:off x="2128597" y="2269536"/>
              <a:ext cx="8865653" cy="1983740"/>
            </a:xfrm>
            <a:prstGeom prst="roundRect">
              <a:avLst/>
            </a:prstGeom>
            <a:noFill/>
            <a:ln>
              <a:solidFill>
                <a:schemeClr val="bg2"/>
              </a:solidFill>
              <a:prstDash val="solid"/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Consolas" panose="020B0609020204030204" pitchFamily="49" charset="0"/>
              </a:endParaRPr>
            </a:p>
          </p:txBody>
        </p:sp>
        <p:sp>
          <p:nvSpPr>
            <p:cNvPr id="3072" name="文本框 3071">
              <a:extLst>
                <a:ext uri="{FF2B5EF4-FFF2-40B4-BE49-F238E27FC236}">
                  <a16:creationId xmlns:a16="http://schemas.microsoft.com/office/drawing/2014/main" id="{E3DBD2E7-4C55-39BE-B9BF-D2C8DEE37C6B}"/>
                </a:ext>
              </a:extLst>
            </p:cNvPr>
            <p:cNvSpPr txBox="1"/>
            <p:nvPr/>
          </p:nvSpPr>
          <p:spPr>
            <a:xfrm>
              <a:off x="10113168" y="2245032"/>
              <a:ext cx="700099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1200" b="1" dirty="0">
                  <a:latin typeface="Consolas" panose="020B0609020204030204" pitchFamily="49" charset="0"/>
                  <a:cs typeface="Times New Roman" panose="02020603050405020304" pitchFamily="18" charset="0"/>
                </a:rPr>
                <a:t>M-step</a:t>
              </a:r>
              <a:endParaRPr lang="zh-CN" altLang="en-US" sz="1200" b="1" dirty="0">
                <a:latin typeface="Consolas" panose="020B0609020204030204" pitchFamily="49" charset="0"/>
                <a:cs typeface="Times New Roman" panose="02020603050405020304" pitchFamily="18" charset="0"/>
              </a:endParaRPr>
            </a:p>
          </p:txBody>
        </p:sp>
        <p:sp>
          <p:nvSpPr>
            <p:cNvPr id="3073" name="文本框 3072">
              <a:extLst>
                <a:ext uri="{FF2B5EF4-FFF2-40B4-BE49-F238E27FC236}">
                  <a16:creationId xmlns:a16="http://schemas.microsoft.com/office/drawing/2014/main" id="{54663E23-F4FF-50C7-8F33-04B1DC035EF4}"/>
                </a:ext>
              </a:extLst>
            </p:cNvPr>
            <p:cNvSpPr txBox="1"/>
            <p:nvPr/>
          </p:nvSpPr>
          <p:spPr>
            <a:xfrm>
              <a:off x="10079075" y="1844424"/>
              <a:ext cx="73419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1200" b="1" dirty="0">
                  <a:latin typeface="Consolas" panose="020B0609020204030204" pitchFamily="49" charset="0"/>
                  <a:cs typeface="Times New Roman" panose="02020603050405020304" pitchFamily="18" charset="0"/>
                </a:rPr>
                <a:t>E-step</a:t>
              </a:r>
              <a:endParaRPr lang="zh-CN" altLang="en-US" sz="1200" b="1" dirty="0">
                <a:latin typeface="Consolas" panose="020B0609020204030204" pitchFamily="49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74" name="文本框 3073">
                  <a:extLst>
                    <a:ext uri="{FF2B5EF4-FFF2-40B4-BE49-F238E27FC236}">
                      <a16:creationId xmlns:a16="http://schemas.microsoft.com/office/drawing/2014/main" id="{283E5427-1FF9-078C-8783-121FCDBED976}"/>
                    </a:ext>
                  </a:extLst>
                </p:cNvPr>
                <p:cNvSpPr txBox="1"/>
                <p:nvPr/>
              </p:nvSpPr>
              <p:spPr>
                <a:xfrm>
                  <a:off x="1995085" y="3367824"/>
                  <a:ext cx="642349" cy="39254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>
                    <a:lnSpc>
                      <a:spcPct val="107000"/>
                    </a:lnSpc>
                    <a:spcAft>
                      <a:spcPts val="800"/>
                    </a:spcAft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DengXian" panose="02010600030101010101" pitchFamily="2" charset="-122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altLang="zh-CN" sz="1200" dirty="0">
                                <a:solidFill>
                                  <a:srgbClr val="000000"/>
                                </a:solidFill>
                                <a:latin typeface="Consolas" panose="020B0609020204030204" pitchFamily="49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𝒢</m:t>
                            </m:r>
                          </m:e>
                          <m:sub>
                            <m:r>
                              <a:rPr lang="en-US" altLang="zh-CN" sz="12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zh-CN" sz="1200" dirty="0">
                    <a:latin typeface="Consolas" panose="020B0609020204030204" pitchFamily="49" charset="0"/>
                    <a:ea typeface="DengXian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3074" name="文本框 3073">
                  <a:extLst>
                    <a:ext uri="{FF2B5EF4-FFF2-40B4-BE49-F238E27FC236}">
                      <a16:creationId xmlns:a16="http://schemas.microsoft.com/office/drawing/2014/main" id="{283E5427-1FF9-078C-8783-121FCDBED9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5085" y="3367824"/>
                  <a:ext cx="642349" cy="39254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075" name="组合 3074">
              <a:extLst>
                <a:ext uri="{FF2B5EF4-FFF2-40B4-BE49-F238E27FC236}">
                  <a16:creationId xmlns:a16="http://schemas.microsoft.com/office/drawing/2014/main" id="{B30FB92C-637B-E73E-9F72-A7834CA5798D}"/>
                </a:ext>
              </a:extLst>
            </p:cNvPr>
            <p:cNvGrpSpPr/>
            <p:nvPr/>
          </p:nvGrpSpPr>
          <p:grpSpPr>
            <a:xfrm>
              <a:off x="2335058" y="3140104"/>
              <a:ext cx="583565" cy="587977"/>
              <a:chOff x="-571712" y="739607"/>
              <a:chExt cx="583565" cy="587977"/>
            </a:xfrm>
          </p:grpSpPr>
          <p:grpSp>
            <p:nvGrpSpPr>
              <p:cNvPr id="3076" name="组合 3075">
                <a:extLst>
                  <a:ext uri="{FF2B5EF4-FFF2-40B4-BE49-F238E27FC236}">
                    <a16:creationId xmlns:a16="http://schemas.microsoft.com/office/drawing/2014/main" id="{02198180-CA58-983D-3873-E2330C01C672}"/>
                  </a:ext>
                </a:extLst>
              </p:cNvPr>
              <p:cNvGrpSpPr/>
              <p:nvPr/>
            </p:nvGrpSpPr>
            <p:grpSpPr>
              <a:xfrm>
                <a:off x="-571712" y="739607"/>
                <a:ext cx="583565" cy="587977"/>
                <a:chOff x="396078" y="242412"/>
                <a:chExt cx="583565" cy="587977"/>
              </a:xfrm>
            </p:grpSpPr>
            <p:sp>
              <p:nvSpPr>
                <p:cNvPr id="3078" name="流程图: 接点 167">
                  <a:extLst>
                    <a:ext uri="{FF2B5EF4-FFF2-40B4-BE49-F238E27FC236}">
                      <a16:creationId xmlns:a16="http://schemas.microsoft.com/office/drawing/2014/main" id="{8108C568-4209-5DBF-FAD6-A3BC3FB1D5AA}"/>
                    </a:ext>
                  </a:extLst>
                </p:cNvPr>
                <p:cNvSpPr/>
                <p:nvPr/>
              </p:nvSpPr>
              <p:spPr>
                <a:xfrm>
                  <a:off x="396078" y="242412"/>
                  <a:ext cx="108000" cy="108000"/>
                </a:xfrm>
                <a:prstGeom prst="flowChartConnector">
                  <a:avLst/>
                </a:prstGeom>
                <a:solidFill>
                  <a:srgbClr val="C7E6F9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00" dirty="0">
                    <a:solidFill>
                      <a:schemeClr val="tx1"/>
                    </a:solidFill>
                    <a:latin typeface="Consolas" panose="020B0609020204030204" pitchFamily="49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79" name="流程图: 接点 167">
                  <a:extLst>
                    <a:ext uri="{FF2B5EF4-FFF2-40B4-BE49-F238E27FC236}">
                      <a16:creationId xmlns:a16="http://schemas.microsoft.com/office/drawing/2014/main" id="{39D11972-88FA-E6B7-0DE7-C5EBB200436C}"/>
                    </a:ext>
                  </a:extLst>
                </p:cNvPr>
                <p:cNvSpPr/>
                <p:nvPr/>
              </p:nvSpPr>
              <p:spPr>
                <a:xfrm>
                  <a:off x="488262" y="517123"/>
                  <a:ext cx="108000" cy="108000"/>
                </a:xfrm>
                <a:prstGeom prst="flowChartConnector">
                  <a:avLst/>
                </a:prstGeom>
                <a:solidFill>
                  <a:srgbClr val="C7E6F9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00" dirty="0">
                    <a:solidFill>
                      <a:schemeClr val="tx1"/>
                    </a:solidFill>
                    <a:latin typeface="Consolas" panose="020B0609020204030204" pitchFamily="49" charset="0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3080" name="直接连接符 3079">
                  <a:extLst>
                    <a:ext uri="{FF2B5EF4-FFF2-40B4-BE49-F238E27FC236}">
                      <a16:creationId xmlns:a16="http://schemas.microsoft.com/office/drawing/2014/main" id="{CEA40F75-C1B5-47B4-B62F-C08BAAF39E88}"/>
                    </a:ext>
                  </a:extLst>
                </p:cNvPr>
                <p:cNvCxnSpPr>
                  <a:cxnSpLocks/>
                  <a:stCxn id="3078" idx="4"/>
                  <a:endCxn id="3079" idx="1"/>
                </p:cNvCxnSpPr>
                <p:nvPr/>
              </p:nvCxnSpPr>
              <p:spPr>
                <a:xfrm>
                  <a:off x="450078" y="350412"/>
                  <a:ext cx="54000" cy="182527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081" name="流程图: 接点 167">
                  <a:extLst>
                    <a:ext uri="{FF2B5EF4-FFF2-40B4-BE49-F238E27FC236}">
                      <a16:creationId xmlns:a16="http://schemas.microsoft.com/office/drawing/2014/main" id="{3D2A6E06-5EAE-5FC5-2A0B-0BA8D56E6F64}"/>
                    </a:ext>
                  </a:extLst>
                </p:cNvPr>
                <p:cNvSpPr/>
                <p:nvPr/>
              </p:nvSpPr>
              <p:spPr>
                <a:xfrm>
                  <a:off x="681144" y="315550"/>
                  <a:ext cx="108000" cy="108000"/>
                </a:xfrm>
                <a:prstGeom prst="flowChartConnector">
                  <a:avLst/>
                </a:prstGeom>
                <a:solidFill>
                  <a:srgbClr val="C7E6F9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00" dirty="0">
                    <a:solidFill>
                      <a:schemeClr val="tx1"/>
                    </a:solidFill>
                    <a:latin typeface="Consolas" panose="020B0609020204030204" pitchFamily="49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82" name="流程图: 接点 167">
                  <a:extLst>
                    <a:ext uri="{FF2B5EF4-FFF2-40B4-BE49-F238E27FC236}">
                      <a16:creationId xmlns:a16="http://schemas.microsoft.com/office/drawing/2014/main" id="{AA2A2651-D942-7E58-D8C9-A7A958AC4F24}"/>
                    </a:ext>
                  </a:extLst>
                </p:cNvPr>
                <p:cNvSpPr/>
                <p:nvPr/>
              </p:nvSpPr>
              <p:spPr>
                <a:xfrm>
                  <a:off x="681144" y="722389"/>
                  <a:ext cx="108000" cy="108000"/>
                </a:xfrm>
                <a:prstGeom prst="flowChartConnector">
                  <a:avLst/>
                </a:prstGeom>
                <a:solidFill>
                  <a:srgbClr val="C7E6F9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00" dirty="0">
                    <a:solidFill>
                      <a:schemeClr val="tx1"/>
                    </a:solidFill>
                    <a:latin typeface="Consolas" panose="020B0609020204030204" pitchFamily="49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83" name="流程图: 接点 167">
                  <a:extLst>
                    <a:ext uri="{FF2B5EF4-FFF2-40B4-BE49-F238E27FC236}">
                      <a16:creationId xmlns:a16="http://schemas.microsoft.com/office/drawing/2014/main" id="{40DA937D-0D81-0418-5959-0328886A21EB}"/>
                    </a:ext>
                  </a:extLst>
                </p:cNvPr>
                <p:cNvSpPr/>
                <p:nvPr/>
              </p:nvSpPr>
              <p:spPr>
                <a:xfrm>
                  <a:off x="871643" y="517123"/>
                  <a:ext cx="108000" cy="108000"/>
                </a:xfrm>
                <a:prstGeom prst="flowChartConnector">
                  <a:avLst/>
                </a:prstGeom>
                <a:solidFill>
                  <a:srgbClr val="C7E6F9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00" dirty="0">
                    <a:solidFill>
                      <a:schemeClr val="tx1"/>
                    </a:solidFill>
                    <a:latin typeface="Consolas" panose="020B0609020204030204" pitchFamily="49" charset="0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3084" name="直接连接符 3083">
                  <a:extLst>
                    <a:ext uri="{FF2B5EF4-FFF2-40B4-BE49-F238E27FC236}">
                      <a16:creationId xmlns:a16="http://schemas.microsoft.com/office/drawing/2014/main" id="{19521BBC-5708-4CF6-6158-A344C41AA3EE}"/>
                    </a:ext>
                  </a:extLst>
                </p:cNvPr>
                <p:cNvCxnSpPr>
                  <a:cxnSpLocks/>
                  <a:stCxn id="3079" idx="7"/>
                  <a:endCxn id="3081" idx="3"/>
                </p:cNvCxnSpPr>
                <p:nvPr/>
              </p:nvCxnSpPr>
              <p:spPr>
                <a:xfrm flipV="1">
                  <a:off x="580446" y="407734"/>
                  <a:ext cx="116514" cy="125205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085" name="直接连接符 3084">
                  <a:extLst>
                    <a:ext uri="{FF2B5EF4-FFF2-40B4-BE49-F238E27FC236}">
                      <a16:creationId xmlns:a16="http://schemas.microsoft.com/office/drawing/2014/main" id="{4443CCA9-F0CC-922A-FCE4-E657046088D7}"/>
                    </a:ext>
                  </a:extLst>
                </p:cNvPr>
                <p:cNvCxnSpPr>
                  <a:cxnSpLocks/>
                  <a:stCxn id="3081" idx="5"/>
                  <a:endCxn id="3083" idx="1"/>
                </p:cNvCxnSpPr>
                <p:nvPr/>
              </p:nvCxnSpPr>
              <p:spPr>
                <a:xfrm>
                  <a:off x="773328" y="407734"/>
                  <a:ext cx="114131" cy="125205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086" name="直接连接符 3085">
                  <a:extLst>
                    <a:ext uri="{FF2B5EF4-FFF2-40B4-BE49-F238E27FC236}">
                      <a16:creationId xmlns:a16="http://schemas.microsoft.com/office/drawing/2014/main" id="{B9A47B14-4E11-C276-4835-7F0BB7ACBEAE}"/>
                    </a:ext>
                  </a:extLst>
                </p:cNvPr>
                <p:cNvCxnSpPr>
                  <a:cxnSpLocks/>
                  <a:stCxn id="3079" idx="5"/>
                  <a:endCxn id="3082" idx="1"/>
                </p:cNvCxnSpPr>
                <p:nvPr/>
              </p:nvCxnSpPr>
              <p:spPr>
                <a:xfrm>
                  <a:off x="580446" y="609307"/>
                  <a:ext cx="116514" cy="128898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087" name="直接连接符 3086">
                  <a:extLst>
                    <a:ext uri="{FF2B5EF4-FFF2-40B4-BE49-F238E27FC236}">
                      <a16:creationId xmlns:a16="http://schemas.microsoft.com/office/drawing/2014/main" id="{5A915579-A768-185E-46B6-B6F359B75026}"/>
                    </a:ext>
                  </a:extLst>
                </p:cNvPr>
                <p:cNvCxnSpPr>
                  <a:cxnSpLocks/>
                  <a:stCxn id="3083" idx="3"/>
                  <a:endCxn id="3082" idx="7"/>
                </p:cNvCxnSpPr>
                <p:nvPr/>
              </p:nvCxnSpPr>
              <p:spPr>
                <a:xfrm flipH="1">
                  <a:off x="773328" y="609307"/>
                  <a:ext cx="114131" cy="128898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077" name="直接连接符 3076">
                <a:extLst>
                  <a:ext uri="{FF2B5EF4-FFF2-40B4-BE49-F238E27FC236}">
                    <a16:creationId xmlns:a16="http://schemas.microsoft.com/office/drawing/2014/main" id="{6CDC604D-500B-5B87-8CA5-23B9CBFCE01B}"/>
                  </a:ext>
                </a:extLst>
              </p:cNvPr>
              <p:cNvCxnSpPr>
                <a:cxnSpLocks/>
                <a:stCxn id="3078" idx="6"/>
                <a:endCxn id="3081" idx="1"/>
              </p:cNvCxnSpPr>
              <p:nvPr/>
            </p:nvCxnSpPr>
            <p:spPr>
              <a:xfrm>
                <a:off x="-463712" y="793607"/>
                <a:ext cx="192882" cy="34954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088" name="矩形: 圆角 3087">
              <a:extLst>
                <a:ext uri="{FF2B5EF4-FFF2-40B4-BE49-F238E27FC236}">
                  <a16:creationId xmlns:a16="http://schemas.microsoft.com/office/drawing/2014/main" id="{67215C95-02D9-A8D4-2E79-8D5C19350BED}"/>
                </a:ext>
              </a:extLst>
            </p:cNvPr>
            <p:cNvSpPr/>
            <p:nvPr/>
          </p:nvSpPr>
          <p:spPr>
            <a:xfrm>
              <a:off x="3369313" y="2737285"/>
              <a:ext cx="2530534" cy="1259040"/>
            </a:xfrm>
            <a:prstGeom prst="round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Consolas" panose="020B0609020204030204" pitchFamily="49" charset="0"/>
              </a:endParaRPr>
            </a:p>
          </p:txBody>
        </p:sp>
        <p:sp>
          <p:nvSpPr>
            <p:cNvPr id="3089" name="Google Shape;704;p27">
              <a:extLst>
                <a:ext uri="{FF2B5EF4-FFF2-40B4-BE49-F238E27FC236}">
                  <a16:creationId xmlns:a16="http://schemas.microsoft.com/office/drawing/2014/main" id="{1E7472FE-7F7F-D2DB-E406-7139DCE31949}"/>
                </a:ext>
              </a:extLst>
            </p:cNvPr>
            <p:cNvSpPr txBox="1"/>
            <p:nvPr/>
          </p:nvSpPr>
          <p:spPr>
            <a:xfrm>
              <a:off x="3420055" y="2348280"/>
              <a:ext cx="2376852" cy="376200"/>
            </a:xfrm>
            <a:prstGeom prst="rect">
              <a:avLst/>
            </a:prstGeom>
            <a:noFill/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algn="ctr"/>
              <a:r>
                <a:rPr lang="en" sz="1200" dirty="0">
                  <a:latin typeface="Consolas" panose="020B0609020204030204" pitchFamily="49" charset="0"/>
                  <a:ea typeface="Consolas"/>
                  <a:cs typeface="Consolas"/>
                  <a:sym typeface="Consolas"/>
                </a:rPr>
                <a:t>Neural Network(GNN+MLP)</a:t>
              </a:r>
              <a:endParaRPr sz="1200" dirty="0">
                <a:latin typeface="Consolas" panose="020B0609020204030204" pitchFamily="49" charset="0"/>
                <a:ea typeface="Consolas"/>
                <a:cs typeface="Consolas"/>
                <a:sym typeface="Consolas"/>
              </a:endParaRPr>
            </a:p>
          </p:txBody>
        </p:sp>
        <p:grpSp>
          <p:nvGrpSpPr>
            <p:cNvPr id="3090" name="组合 3089">
              <a:extLst>
                <a:ext uri="{FF2B5EF4-FFF2-40B4-BE49-F238E27FC236}">
                  <a16:creationId xmlns:a16="http://schemas.microsoft.com/office/drawing/2014/main" id="{F8F01C43-6EB4-05BD-331B-02CB72DED01B}"/>
                </a:ext>
              </a:extLst>
            </p:cNvPr>
            <p:cNvGrpSpPr/>
            <p:nvPr/>
          </p:nvGrpSpPr>
          <p:grpSpPr>
            <a:xfrm>
              <a:off x="3455779" y="2809215"/>
              <a:ext cx="2260800" cy="1130400"/>
              <a:chOff x="1025558" y="930241"/>
              <a:chExt cx="6789064" cy="3395693"/>
            </a:xfrm>
          </p:grpSpPr>
          <p:sp>
            <p:nvSpPr>
              <p:cNvPr id="3091" name="Google Shape;706;p27">
                <a:extLst>
                  <a:ext uri="{FF2B5EF4-FFF2-40B4-BE49-F238E27FC236}">
                    <a16:creationId xmlns:a16="http://schemas.microsoft.com/office/drawing/2014/main" id="{0C21E668-A518-1DD2-2F71-4D6A85C05734}"/>
                  </a:ext>
                </a:extLst>
              </p:cNvPr>
              <p:cNvSpPr/>
              <p:nvPr/>
            </p:nvSpPr>
            <p:spPr>
              <a:xfrm>
                <a:off x="1424168" y="1707444"/>
                <a:ext cx="79500" cy="68400"/>
              </a:xfrm>
              <a:prstGeom prst="flowChartConnector">
                <a:avLst/>
              </a:prstGeom>
              <a:solidFill>
                <a:srgbClr val="B7B7B7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endParaRPr>
                  <a:latin typeface="Consolas" panose="020B0609020204030204" pitchFamily="49" charset="0"/>
                </a:endParaRPr>
              </a:p>
            </p:txBody>
          </p:sp>
          <p:sp>
            <p:nvSpPr>
              <p:cNvPr id="3092" name="Google Shape;707;p27">
                <a:extLst>
                  <a:ext uri="{FF2B5EF4-FFF2-40B4-BE49-F238E27FC236}">
                    <a16:creationId xmlns:a16="http://schemas.microsoft.com/office/drawing/2014/main" id="{565019A6-E52F-5FFB-3D29-121C7706E3E9}"/>
                  </a:ext>
                </a:extLst>
              </p:cNvPr>
              <p:cNvSpPr/>
              <p:nvPr/>
            </p:nvSpPr>
            <p:spPr>
              <a:xfrm>
                <a:off x="1424168" y="1974931"/>
                <a:ext cx="79500" cy="68400"/>
              </a:xfrm>
              <a:prstGeom prst="flowChartConnector">
                <a:avLst/>
              </a:prstGeom>
              <a:solidFill>
                <a:srgbClr val="B7B7B7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endParaRPr>
                  <a:latin typeface="Consolas" panose="020B0609020204030204" pitchFamily="49" charset="0"/>
                </a:endParaRPr>
              </a:p>
            </p:txBody>
          </p:sp>
          <p:sp>
            <p:nvSpPr>
              <p:cNvPr id="3093" name="Google Shape;708;p27">
                <a:extLst>
                  <a:ext uri="{FF2B5EF4-FFF2-40B4-BE49-F238E27FC236}">
                    <a16:creationId xmlns:a16="http://schemas.microsoft.com/office/drawing/2014/main" id="{09137D4E-1859-CE94-585D-47D9A74052DF}"/>
                  </a:ext>
                </a:extLst>
              </p:cNvPr>
              <p:cNvSpPr/>
              <p:nvPr/>
            </p:nvSpPr>
            <p:spPr>
              <a:xfrm>
                <a:off x="1424168" y="2242418"/>
                <a:ext cx="79500" cy="68400"/>
              </a:xfrm>
              <a:prstGeom prst="flowChartConnector">
                <a:avLst/>
              </a:prstGeom>
              <a:solidFill>
                <a:srgbClr val="B7B7B7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endParaRPr>
                  <a:latin typeface="Consolas" panose="020B0609020204030204" pitchFamily="49" charset="0"/>
                </a:endParaRPr>
              </a:p>
            </p:txBody>
          </p:sp>
          <p:sp>
            <p:nvSpPr>
              <p:cNvPr id="3094" name="Google Shape;709;p27">
                <a:extLst>
                  <a:ext uri="{FF2B5EF4-FFF2-40B4-BE49-F238E27FC236}">
                    <a16:creationId xmlns:a16="http://schemas.microsoft.com/office/drawing/2014/main" id="{60E0F777-7858-71B5-D518-9A8EBD6ACD1B}"/>
                  </a:ext>
                </a:extLst>
              </p:cNvPr>
              <p:cNvSpPr/>
              <p:nvPr/>
            </p:nvSpPr>
            <p:spPr>
              <a:xfrm>
                <a:off x="7275822" y="2132926"/>
                <a:ext cx="538800" cy="557700"/>
              </a:xfrm>
              <a:prstGeom prst="ellipse">
                <a:avLst/>
              </a:prstGeom>
              <a:solidFill>
                <a:srgbClr val="F4CCCC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SzPts val="1100"/>
                </a:pPr>
                <a:endParaRPr sz="160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3095" name="Google Shape;714;p27">
                <a:extLst>
                  <a:ext uri="{FF2B5EF4-FFF2-40B4-BE49-F238E27FC236}">
                    <a16:creationId xmlns:a16="http://schemas.microsoft.com/office/drawing/2014/main" id="{61905037-69AB-48DC-F20D-A66F3FA0E1AA}"/>
                  </a:ext>
                </a:extLst>
              </p:cNvPr>
              <p:cNvSpPr/>
              <p:nvPr/>
            </p:nvSpPr>
            <p:spPr>
              <a:xfrm>
                <a:off x="1025558" y="1495876"/>
                <a:ext cx="347100" cy="1971000"/>
              </a:xfrm>
              <a:prstGeom prst="leftBracket">
                <a:avLst>
                  <a:gd name="adj" fmla="val 8333"/>
                </a:avLst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endParaRPr>
                  <a:latin typeface="Consolas" panose="020B0609020204030204" pitchFamily="49" charset="0"/>
                </a:endParaRPr>
              </a:p>
            </p:txBody>
          </p:sp>
          <p:cxnSp>
            <p:nvCxnSpPr>
              <p:cNvPr id="3096" name="Google Shape;716;p27">
                <a:extLst>
                  <a:ext uri="{FF2B5EF4-FFF2-40B4-BE49-F238E27FC236}">
                    <a16:creationId xmlns:a16="http://schemas.microsoft.com/office/drawing/2014/main" id="{FAE46FAB-4391-58A2-1E64-8D2C0294B523}"/>
                  </a:ext>
                </a:extLst>
              </p:cNvPr>
              <p:cNvCxnSpPr>
                <a:stCxn id="3111" idx="6"/>
                <a:endCxn id="3094" idx="2"/>
              </p:cNvCxnSpPr>
              <p:nvPr/>
            </p:nvCxnSpPr>
            <p:spPr>
              <a:xfrm rot="10800000" flipH="1">
                <a:off x="6280008" y="2411784"/>
                <a:ext cx="995700" cy="15906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097" name="Google Shape;718;p27">
                <a:extLst>
                  <a:ext uri="{FF2B5EF4-FFF2-40B4-BE49-F238E27FC236}">
                    <a16:creationId xmlns:a16="http://schemas.microsoft.com/office/drawing/2014/main" id="{A711A7E4-E56E-5080-AB43-0A5C6C105615}"/>
                  </a:ext>
                </a:extLst>
              </p:cNvPr>
              <p:cNvCxnSpPr>
                <a:stCxn id="3109" idx="6"/>
                <a:endCxn id="3094" idx="2"/>
              </p:cNvCxnSpPr>
              <p:nvPr/>
            </p:nvCxnSpPr>
            <p:spPr>
              <a:xfrm>
                <a:off x="6280008" y="2010363"/>
                <a:ext cx="995700" cy="4014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098" name="Google Shape;720;p27">
                <a:extLst>
                  <a:ext uri="{FF2B5EF4-FFF2-40B4-BE49-F238E27FC236}">
                    <a16:creationId xmlns:a16="http://schemas.microsoft.com/office/drawing/2014/main" id="{51E01064-28DB-648D-393A-289418B049FF}"/>
                  </a:ext>
                </a:extLst>
              </p:cNvPr>
              <p:cNvCxnSpPr>
                <a:stCxn id="3108" idx="6"/>
                <a:endCxn id="3094" idx="2"/>
              </p:cNvCxnSpPr>
              <p:nvPr/>
            </p:nvCxnSpPr>
            <p:spPr>
              <a:xfrm>
                <a:off x="6280008" y="1236091"/>
                <a:ext cx="995700" cy="11757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099" name="Google Shape;722;p27">
                <a:extLst>
                  <a:ext uri="{FF2B5EF4-FFF2-40B4-BE49-F238E27FC236}">
                    <a16:creationId xmlns:a16="http://schemas.microsoft.com/office/drawing/2014/main" id="{FE9BB80F-A435-4577-1B15-23FF1735E7F8}"/>
                  </a:ext>
                </a:extLst>
              </p:cNvPr>
              <p:cNvCxnSpPr>
                <a:stCxn id="3100" idx="6"/>
                <a:endCxn id="3104" idx="2"/>
              </p:cNvCxnSpPr>
              <p:nvPr/>
            </p:nvCxnSpPr>
            <p:spPr>
              <a:xfrm>
                <a:off x="3592908" y="1236091"/>
                <a:ext cx="7503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sp>
            <p:nvSpPr>
              <p:cNvPr id="3100" name="Google Shape;723;p27">
                <a:extLst>
                  <a:ext uri="{FF2B5EF4-FFF2-40B4-BE49-F238E27FC236}">
                    <a16:creationId xmlns:a16="http://schemas.microsoft.com/office/drawing/2014/main" id="{BE87FE50-6714-CC4C-7B4F-3A35B8451288}"/>
                  </a:ext>
                </a:extLst>
              </p:cNvPr>
              <p:cNvSpPr/>
              <p:nvPr/>
            </p:nvSpPr>
            <p:spPr>
              <a:xfrm>
                <a:off x="2999808" y="930241"/>
                <a:ext cx="593100" cy="611700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5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SzPts val="1100"/>
                </a:pPr>
                <a:endParaRPr lang="en-US" sz="1200" baseline="-25000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3101" name="Google Shape;725;p27">
                <a:extLst>
                  <a:ext uri="{FF2B5EF4-FFF2-40B4-BE49-F238E27FC236}">
                    <a16:creationId xmlns:a16="http://schemas.microsoft.com/office/drawing/2014/main" id="{CC2329ED-6B85-F2CD-076A-E82ACF1F0D3E}"/>
                  </a:ext>
                </a:extLst>
              </p:cNvPr>
              <p:cNvSpPr/>
              <p:nvPr/>
            </p:nvSpPr>
            <p:spPr>
              <a:xfrm>
                <a:off x="2999808" y="1741563"/>
                <a:ext cx="593100" cy="611700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5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SzPts val="1100"/>
                </a:pPr>
                <a:endParaRPr lang="en-US" sz="160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3102" name="Google Shape;726;p27">
                <a:extLst>
                  <a:ext uri="{FF2B5EF4-FFF2-40B4-BE49-F238E27FC236}">
                    <a16:creationId xmlns:a16="http://schemas.microsoft.com/office/drawing/2014/main" id="{E15F9BA5-8E92-0AA3-6B6A-B30E8EAE664D}"/>
                  </a:ext>
                </a:extLst>
              </p:cNvPr>
              <p:cNvSpPr/>
              <p:nvPr/>
            </p:nvSpPr>
            <p:spPr>
              <a:xfrm>
                <a:off x="2999808" y="2478686"/>
                <a:ext cx="593100" cy="611700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5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SzPts val="1100"/>
                </a:pPr>
                <a:endParaRPr lang="en-US" sz="160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3103" name="Google Shape;727;p27">
                <a:extLst>
                  <a:ext uri="{FF2B5EF4-FFF2-40B4-BE49-F238E27FC236}">
                    <a16:creationId xmlns:a16="http://schemas.microsoft.com/office/drawing/2014/main" id="{61E5922E-31AD-4DF3-6A0D-5608FA94859D}"/>
                  </a:ext>
                </a:extLst>
              </p:cNvPr>
              <p:cNvSpPr/>
              <p:nvPr/>
            </p:nvSpPr>
            <p:spPr>
              <a:xfrm>
                <a:off x="2999808" y="3714234"/>
                <a:ext cx="587100" cy="611700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5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SzPts val="1100"/>
                </a:pPr>
                <a:endParaRPr lang="en-US" sz="110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3104" name="Google Shape;724;p27">
                <a:extLst>
                  <a:ext uri="{FF2B5EF4-FFF2-40B4-BE49-F238E27FC236}">
                    <a16:creationId xmlns:a16="http://schemas.microsoft.com/office/drawing/2014/main" id="{03855484-CDBA-8031-21AE-A3A22CCB75BD}"/>
                  </a:ext>
                </a:extLst>
              </p:cNvPr>
              <p:cNvSpPr/>
              <p:nvPr/>
            </p:nvSpPr>
            <p:spPr>
              <a:xfrm>
                <a:off x="4343108" y="930241"/>
                <a:ext cx="593100" cy="611700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5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SzPts val="1100"/>
                </a:pPr>
                <a:endParaRPr lang="en-US" sz="1200" baseline="-25000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3105" name="Google Shape;728;p27">
                <a:extLst>
                  <a:ext uri="{FF2B5EF4-FFF2-40B4-BE49-F238E27FC236}">
                    <a16:creationId xmlns:a16="http://schemas.microsoft.com/office/drawing/2014/main" id="{3DE0999B-000B-9716-BADD-8E07A5DF3563}"/>
                  </a:ext>
                </a:extLst>
              </p:cNvPr>
              <p:cNvSpPr/>
              <p:nvPr/>
            </p:nvSpPr>
            <p:spPr>
              <a:xfrm>
                <a:off x="4343108" y="1741563"/>
                <a:ext cx="593100" cy="611700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5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SzPts val="1100"/>
                </a:pPr>
                <a:endParaRPr lang="en-US" sz="160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3106" name="Google Shape;729;p27">
                <a:extLst>
                  <a:ext uri="{FF2B5EF4-FFF2-40B4-BE49-F238E27FC236}">
                    <a16:creationId xmlns:a16="http://schemas.microsoft.com/office/drawing/2014/main" id="{65B7D86E-7320-14C1-AC28-4DCE42133B0C}"/>
                  </a:ext>
                </a:extLst>
              </p:cNvPr>
              <p:cNvSpPr/>
              <p:nvPr/>
            </p:nvSpPr>
            <p:spPr>
              <a:xfrm>
                <a:off x="4343108" y="2505761"/>
                <a:ext cx="593100" cy="611700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5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SzPts val="1100"/>
                </a:pPr>
                <a:endParaRPr sz="160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3107" name="Google Shape;730;p27">
                <a:extLst>
                  <a:ext uri="{FF2B5EF4-FFF2-40B4-BE49-F238E27FC236}">
                    <a16:creationId xmlns:a16="http://schemas.microsoft.com/office/drawing/2014/main" id="{CEDB82F5-9B08-B90C-207C-1EBCA09B44D3}"/>
                  </a:ext>
                </a:extLst>
              </p:cNvPr>
              <p:cNvSpPr/>
              <p:nvPr/>
            </p:nvSpPr>
            <p:spPr>
              <a:xfrm>
                <a:off x="4343108" y="3714234"/>
                <a:ext cx="593100" cy="611700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5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SzPts val="1100"/>
                </a:pPr>
                <a:endParaRPr lang="en-US" sz="160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3108" name="Google Shape;721;p27">
                <a:extLst>
                  <a:ext uri="{FF2B5EF4-FFF2-40B4-BE49-F238E27FC236}">
                    <a16:creationId xmlns:a16="http://schemas.microsoft.com/office/drawing/2014/main" id="{DE686E1B-7434-DC1B-251D-0A8C15C1A584}"/>
                  </a:ext>
                </a:extLst>
              </p:cNvPr>
              <p:cNvSpPr/>
              <p:nvPr/>
            </p:nvSpPr>
            <p:spPr>
              <a:xfrm>
                <a:off x="5686908" y="930241"/>
                <a:ext cx="593100" cy="611700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5"/>
                    </a:srgbClr>
                  </a:gs>
                  <a:gs pos="100000">
                    <a:srgbClr val="DE87F1">
                      <a:alpha val="39607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SzPts val="1100"/>
                </a:pPr>
                <a:endParaRPr lang="en-US" sz="1200" baseline="-25000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3109" name="Google Shape;719;p27">
                <a:extLst>
                  <a:ext uri="{FF2B5EF4-FFF2-40B4-BE49-F238E27FC236}">
                    <a16:creationId xmlns:a16="http://schemas.microsoft.com/office/drawing/2014/main" id="{84E7D49D-8BDD-14CC-2571-3B580EA23636}"/>
                  </a:ext>
                </a:extLst>
              </p:cNvPr>
              <p:cNvSpPr/>
              <p:nvPr/>
            </p:nvSpPr>
            <p:spPr>
              <a:xfrm>
                <a:off x="5686908" y="1704513"/>
                <a:ext cx="593100" cy="611700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5"/>
                    </a:srgbClr>
                  </a:gs>
                  <a:gs pos="100000">
                    <a:srgbClr val="DE87F1">
                      <a:alpha val="39607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SzPts val="1100"/>
                </a:pPr>
                <a:endParaRPr lang="en-US" sz="160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3110" name="Google Shape;731;p27">
                <a:extLst>
                  <a:ext uri="{FF2B5EF4-FFF2-40B4-BE49-F238E27FC236}">
                    <a16:creationId xmlns:a16="http://schemas.microsoft.com/office/drawing/2014/main" id="{568F18DB-EC2B-13C5-7F89-C9797EB53C6A}"/>
                  </a:ext>
                </a:extLst>
              </p:cNvPr>
              <p:cNvSpPr/>
              <p:nvPr/>
            </p:nvSpPr>
            <p:spPr>
              <a:xfrm>
                <a:off x="5686896" y="2478811"/>
                <a:ext cx="593100" cy="611700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5"/>
                    </a:srgbClr>
                  </a:gs>
                  <a:gs pos="100000">
                    <a:srgbClr val="DE87F1">
                      <a:alpha val="39607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SzPts val="1100"/>
                </a:pPr>
                <a:endParaRPr lang="en-US" sz="160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3111" name="Google Shape;717;p27">
                <a:extLst>
                  <a:ext uri="{FF2B5EF4-FFF2-40B4-BE49-F238E27FC236}">
                    <a16:creationId xmlns:a16="http://schemas.microsoft.com/office/drawing/2014/main" id="{92532F11-6434-C68D-BE08-CB6EBA0CDD46}"/>
                  </a:ext>
                </a:extLst>
              </p:cNvPr>
              <p:cNvSpPr/>
              <p:nvPr/>
            </p:nvSpPr>
            <p:spPr>
              <a:xfrm>
                <a:off x="5686908" y="3696534"/>
                <a:ext cx="593100" cy="611700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5"/>
                    </a:srgbClr>
                  </a:gs>
                  <a:gs pos="100000">
                    <a:srgbClr val="DE87F1">
                      <a:alpha val="39607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SzPts val="1100"/>
                </a:pPr>
                <a:endParaRPr lang="en-US" sz="160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cxnSp>
            <p:nvCxnSpPr>
              <p:cNvPr id="3112" name="Google Shape;732;p27">
                <a:extLst>
                  <a:ext uri="{FF2B5EF4-FFF2-40B4-BE49-F238E27FC236}">
                    <a16:creationId xmlns:a16="http://schemas.microsoft.com/office/drawing/2014/main" id="{C82CB2A8-FDD1-9D1F-CEA0-B46A161AD683}"/>
                  </a:ext>
                </a:extLst>
              </p:cNvPr>
              <p:cNvCxnSpPr/>
              <p:nvPr/>
            </p:nvCxnSpPr>
            <p:spPr>
              <a:xfrm flipH="1">
                <a:off x="3293350" y="3215775"/>
                <a:ext cx="6000" cy="4500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595959"/>
                </a:solidFill>
                <a:prstDash val="dot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13" name="Google Shape;733;p27">
                <a:extLst>
                  <a:ext uri="{FF2B5EF4-FFF2-40B4-BE49-F238E27FC236}">
                    <a16:creationId xmlns:a16="http://schemas.microsoft.com/office/drawing/2014/main" id="{ED8581AD-9966-910A-C56A-56618E047241}"/>
                  </a:ext>
                </a:extLst>
              </p:cNvPr>
              <p:cNvSpPr/>
              <p:nvPr/>
            </p:nvSpPr>
            <p:spPr>
              <a:xfrm>
                <a:off x="1424168" y="2509919"/>
                <a:ext cx="79500" cy="68400"/>
              </a:xfrm>
              <a:prstGeom prst="flowChartConnector">
                <a:avLst/>
              </a:prstGeom>
              <a:solidFill>
                <a:srgbClr val="B7B7B7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endParaRPr>
                  <a:latin typeface="Consolas" panose="020B0609020204030204" pitchFamily="49" charset="0"/>
                </a:endParaRPr>
              </a:p>
            </p:txBody>
          </p:sp>
          <p:sp>
            <p:nvSpPr>
              <p:cNvPr id="3114" name="Google Shape;734;p27">
                <a:extLst>
                  <a:ext uri="{FF2B5EF4-FFF2-40B4-BE49-F238E27FC236}">
                    <a16:creationId xmlns:a16="http://schemas.microsoft.com/office/drawing/2014/main" id="{79B0042F-D242-B0AB-0F08-9E648819C75A}"/>
                  </a:ext>
                </a:extLst>
              </p:cNvPr>
              <p:cNvSpPr/>
              <p:nvPr/>
            </p:nvSpPr>
            <p:spPr>
              <a:xfrm>
                <a:off x="1424168" y="2777406"/>
                <a:ext cx="79500" cy="68400"/>
              </a:xfrm>
              <a:prstGeom prst="flowChartConnector">
                <a:avLst/>
              </a:prstGeom>
              <a:solidFill>
                <a:srgbClr val="B7B7B7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endParaRPr>
                  <a:latin typeface="Consolas" panose="020B0609020204030204" pitchFamily="49" charset="0"/>
                </a:endParaRPr>
              </a:p>
            </p:txBody>
          </p:sp>
          <p:sp>
            <p:nvSpPr>
              <p:cNvPr id="3115" name="Google Shape;735;p27">
                <a:extLst>
                  <a:ext uri="{FF2B5EF4-FFF2-40B4-BE49-F238E27FC236}">
                    <a16:creationId xmlns:a16="http://schemas.microsoft.com/office/drawing/2014/main" id="{A975584E-77EB-7D0B-73EB-F581E44BC0FF}"/>
                  </a:ext>
                </a:extLst>
              </p:cNvPr>
              <p:cNvSpPr/>
              <p:nvPr/>
            </p:nvSpPr>
            <p:spPr>
              <a:xfrm>
                <a:off x="1424168" y="3044893"/>
                <a:ext cx="79500" cy="68400"/>
              </a:xfrm>
              <a:prstGeom prst="flowChartConnector">
                <a:avLst/>
              </a:prstGeom>
              <a:solidFill>
                <a:srgbClr val="B7B7B7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endParaRPr>
                  <a:latin typeface="Consolas" panose="020B0609020204030204" pitchFamily="49" charset="0"/>
                </a:endParaRPr>
              </a:p>
            </p:txBody>
          </p:sp>
          <p:sp>
            <p:nvSpPr>
              <p:cNvPr id="3116" name="Google Shape;736;p27">
                <a:extLst>
                  <a:ext uri="{FF2B5EF4-FFF2-40B4-BE49-F238E27FC236}">
                    <a16:creationId xmlns:a16="http://schemas.microsoft.com/office/drawing/2014/main" id="{5EFCFF4F-E498-71E1-81A1-D6653CD063D3}"/>
                  </a:ext>
                </a:extLst>
              </p:cNvPr>
              <p:cNvSpPr/>
              <p:nvPr/>
            </p:nvSpPr>
            <p:spPr>
              <a:xfrm>
                <a:off x="1424168" y="3246793"/>
                <a:ext cx="79500" cy="68400"/>
              </a:xfrm>
              <a:prstGeom prst="flowChartConnector">
                <a:avLst/>
              </a:prstGeom>
              <a:solidFill>
                <a:srgbClr val="B7B7B7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endParaRPr>
                  <a:latin typeface="Consolas" panose="020B0609020204030204" pitchFamily="49" charset="0"/>
                </a:endParaRPr>
              </a:p>
            </p:txBody>
          </p:sp>
          <p:cxnSp>
            <p:nvCxnSpPr>
              <p:cNvPr id="3117" name="Google Shape;737;p27">
                <a:extLst>
                  <a:ext uri="{FF2B5EF4-FFF2-40B4-BE49-F238E27FC236}">
                    <a16:creationId xmlns:a16="http://schemas.microsoft.com/office/drawing/2014/main" id="{FFACFBCB-853C-6C82-2CC4-C115C57FE3DB}"/>
                  </a:ext>
                </a:extLst>
              </p:cNvPr>
              <p:cNvCxnSpPr>
                <a:endCxn id="3100" idx="2"/>
              </p:cNvCxnSpPr>
              <p:nvPr/>
            </p:nvCxnSpPr>
            <p:spPr>
              <a:xfrm rot="10800000" flipH="1">
                <a:off x="1510008" y="1236091"/>
                <a:ext cx="1489800" cy="5097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18" name="Google Shape;738;p27">
                <a:extLst>
                  <a:ext uri="{FF2B5EF4-FFF2-40B4-BE49-F238E27FC236}">
                    <a16:creationId xmlns:a16="http://schemas.microsoft.com/office/drawing/2014/main" id="{07970460-9EC0-25B5-425B-7AF81D7F8881}"/>
                  </a:ext>
                </a:extLst>
              </p:cNvPr>
              <p:cNvCxnSpPr>
                <a:stCxn id="3091" idx="5"/>
                <a:endCxn id="3101" idx="2"/>
              </p:cNvCxnSpPr>
              <p:nvPr/>
            </p:nvCxnSpPr>
            <p:spPr>
              <a:xfrm>
                <a:off x="1492026" y="1765827"/>
                <a:ext cx="1507800" cy="2817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19" name="Google Shape;739;p27">
                <a:extLst>
                  <a:ext uri="{FF2B5EF4-FFF2-40B4-BE49-F238E27FC236}">
                    <a16:creationId xmlns:a16="http://schemas.microsoft.com/office/drawing/2014/main" id="{316CED5F-2650-3A6B-6854-6BE807517231}"/>
                  </a:ext>
                </a:extLst>
              </p:cNvPr>
              <p:cNvCxnSpPr>
                <a:stCxn id="3091" idx="5"/>
                <a:endCxn id="3102" idx="2"/>
              </p:cNvCxnSpPr>
              <p:nvPr/>
            </p:nvCxnSpPr>
            <p:spPr>
              <a:xfrm>
                <a:off x="1492026" y="1765827"/>
                <a:ext cx="1507800" cy="1018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20" name="Google Shape;740;p27">
                <a:extLst>
                  <a:ext uri="{FF2B5EF4-FFF2-40B4-BE49-F238E27FC236}">
                    <a16:creationId xmlns:a16="http://schemas.microsoft.com/office/drawing/2014/main" id="{3B70DE86-91C4-8085-D96D-3D6E5684C57C}"/>
                  </a:ext>
                </a:extLst>
              </p:cNvPr>
              <p:cNvCxnSpPr>
                <a:stCxn id="3091" idx="5"/>
                <a:endCxn id="3103" idx="2"/>
              </p:cNvCxnSpPr>
              <p:nvPr/>
            </p:nvCxnSpPr>
            <p:spPr>
              <a:xfrm>
                <a:off x="1492026" y="1765827"/>
                <a:ext cx="1507800" cy="22542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21" name="Google Shape;741;p27">
                <a:extLst>
                  <a:ext uri="{FF2B5EF4-FFF2-40B4-BE49-F238E27FC236}">
                    <a16:creationId xmlns:a16="http://schemas.microsoft.com/office/drawing/2014/main" id="{7414AB92-4D84-C0C8-1017-8D4F5826EDBA}"/>
                  </a:ext>
                </a:extLst>
              </p:cNvPr>
              <p:cNvCxnSpPr>
                <a:stCxn id="3092" idx="5"/>
                <a:endCxn id="3100" idx="2"/>
              </p:cNvCxnSpPr>
              <p:nvPr/>
            </p:nvCxnSpPr>
            <p:spPr>
              <a:xfrm rot="10800000" flipH="1">
                <a:off x="1492026" y="1236214"/>
                <a:ext cx="1507800" cy="797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22" name="Google Shape;742;p27">
                <a:extLst>
                  <a:ext uri="{FF2B5EF4-FFF2-40B4-BE49-F238E27FC236}">
                    <a16:creationId xmlns:a16="http://schemas.microsoft.com/office/drawing/2014/main" id="{53FFBABE-033C-31D3-6BDA-A23B728B1C71}"/>
                  </a:ext>
                </a:extLst>
              </p:cNvPr>
              <p:cNvCxnSpPr>
                <a:stCxn id="3092" idx="5"/>
                <a:endCxn id="3102" idx="2"/>
              </p:cNvCxnSpPr>
              <p:nvPr/>
            </p:nvCxnSpPr>
            <p:spPr>
              <a:xfrm>
                <a:off x="1492026" y="2033314"/>
                <a:ext cx="1507800" cy="7512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23" name="Google Shape;743;p27">
                <a:extLst>
                  <a:ext uri="{FF2B5EF4-FFF2-40B4-BE49-F238E27FC236}">
                    <a16:creationId xmlns:a16="http://schemas.microsoft.com/office/drawing/2014/main" id="{CBD6A646-5787-C399-B142-93423789FFB3}"/>
                  </a:ext>
                </a:extLst>
              </p:cNvPr>
              <p:cNvCxnSpPr>
                <a:stCxn id="3092" idx="6"/>
                <a:endCxn id="3101" idx="2"/>
              </p:cNvCxnSpPr>
              <p:nvPr/>
            </p:nvCxnSpPr>
            <p:spPr>
              <a:xfrm>
                <a:off x="1503668" y="2009131"/>
                <a:ext cx="1496100" cy="384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24" name="Google Shape;744;p27">
                <a:extLst>
                  <a:ext uri="{FF2B5EF4-FFF2-40B4-BE49-F238E27FC236}">
                    <a16:creationId xmlns:a16="http://schemas.microsoft.com/office/drawing/2014/main" id="{4630368C-A4DD-E96B-6844-8E0A5EAFAF08}"/>
                  </a:ext>
                </a:extLst>
              </p:cNvPr>
              <p:cNvCxnSpPr>
                <a:stCxn id="3092" idx="6"/>
                <a:endCxn id="3103" idx="2"/>
              </p:cNvCxnSpPr>
              <p:nvPr/>
            </p:nvCxnSpPr>
            <p:spPr>
              <a:xfrm>
                <a:off x="1503668" y="2009131"/>
                <a:ext cx="1496100" cy="20109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25" name="Google Shape;745;p27">
                <a:extLst>
                  <a:ext uri="{FF2B5EF4-FFF2-40B4-BE49-F238E27FC236}">
                    <a16:creationId xmlns:a16="http://schemas.microsoft.com/office/drawing/2014/main" id="{E5EF4627-3175-7C16-29E0-18015E6EE491}"/>
                  </a:ext>
                </a:extLst>
              </p:cNvPr>
              <p:cNvCxnSpPr>
                <a:stCxn id="3093" idx="4"/>
                <a:endCxn id="3100" idx="2"/>
              </p:cNvCxnSpPr>
              <p:nvPr/>
            </p:nvCxnSpPr>
            <p:spPr>
              <a:xfrm rot="10800000" flipH="1">
                <a:off x="1463918" y="1236218"/>
                <a:ext cx="1536000" cy="10746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26" name="Google Shape;746;p27">
                <a:extLst>
                  <a:ext uri="{FF2B5EF4-FFF2-40B4-BE49-F238E27FC236}">
                    <a16:creationId xmlns:a16="http://schemas.microsoft.com/office/drawing/2014/main" id="{4536F872-A4DA-ED90-74B9-74DAE7561513}"/>
                  </a:ext>
                </a:extLst>
              </p:cNvPr>
              <p:cNvCxnSpPr>
                <a:stCxn id="3093" idx="6"/>
                <a:endCxn id="3101" idx="2"/>
              </p:cNvCxnSpPr>
              <p:nvPr/>
            </p:nvCxnSpPr>
            <p:spPr>
              <a:xfrm rot="10800000" flipH="1">
                <a:off x="1503668" y="2047418"/>
                <a:ext cx="1496100" cy="2292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27" name="Google Shape;747;p27">
                <a:extLst>
                  <a:ext uri="{FF2B5EF4-FFF2-40B4-BE49-F238E27FC236}">
                    <a16:creationId xmlns:a16="http://schemas.microsoft.com/office/drawing/2014/main" id="{04FD84D7-AD6E-BDD1-5B19-73DBE8271874}"/>
                  </a:ext>
                </a:extLst>
              </p:cNvPr>
              <p:cNvCxnSpPr>
                <a:stCxn id="3093" idx="6"/>
                <a:endCxn id="3102" idx="2"/>
              </p:cNvCxnSpPr>
              <p:nvPr/>
            </p:nvCxnSpPr>
            <p:spPr>
              <a:xfrm>
                <a:off x="1503668" y="2276618"/>
                <a:ext cx="1496100" cy="5079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28" name="Google Shape;748;p27">
                <a:extLst>
                  <a:ext uri="{FF2B5EF4-FFF2-40B4-BE49-F238E27FC236}">
                    <a16:creationId xmlns:a16="http://schemas.microsoft.com/office/drawing/2014/main" id="{BE369AC7-E40B-C0B3-97F3-294E0608E5E2}"/>
                  </a:ext>
                </a:extLst>
              </p:cNvPr>
              <p:cNvCxnSpPr>
                <a:stCxn id="3093" idx="5"/>
                <a:endCxn id="3103" idx="2"/>
              </p:cNvCxnSpPr>
              <p:nvPr/>
            </p:nvCxnSpPr>
            <p:spPr>
              <a:xfrm>
                <a:off x="1492026" y="2300801"/>
                <a:ext cx="1507800" cy="1719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29" name="Google Shape;749;p27">
                <a:extLst>
                  <a:ext uri="{FF2B5EF4-FFF2-40B4-BE49-F238E27FC236}">
                    <a16:creationId xmlns:a16="http://schemas.microsoft.com/office/drawing/2014/main" id="{6F79C0B1-9DE9-627E-35DF-7B170A9BAFB1}"/>
                  </a:ext>
                </a:extLst>
              </p:cNvPr>
              <p:cNvCxnSpPr>
                <a:stCxn id="3113" idx="4"/>
                <a:endCxn id="3100" idx="2"/>
              </p:cNvCxnSpPr>
              <p:nvPr/>
            </p:nvCxnSpPr>
            <p:spPr>
              <a:xfrm rot="10800000" flipH="1">
                <a:off x="1463918" y="1236119"/>
                <a:ext cx="1536000" cy="13422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30" name="Google Shape;750;p27">
                <a:extLst>
                  <a:ext uri="{FF2B5EF4-FFF2-40B4-BE49-F238E27FC236}">
                    <a16:creationId xmlns:a16="http://schemas.microsoft.com/office/drawing/2014/main" id="{331A4E05-F887-78DA-5FD4-DD4A2A6883AB}"/>
                  </a:ext>
                </a:extLst>
              </p:cNvPr>
              <p:cNvCxnSpPr>
                <a:stCxn id="3113" idx="5"/>
                <a:endCxn id="3101" idx="2"/>
              </p:cNvCxnSpPr>
              <p:nvPr/>
            </p:nvCxnSpPr>
            <p:spPr>
              <a:xfrm rot="10800000" flipH="1">
                <a:off x="1492026" y="2047502"/>
                <a:ext cx="1507800" cy="520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31" name="Google Shape;751;p27">
                <a:extLst>
                  <a:ext uri="{FF2B5EF4-FFF2-40B4-BE49-F238E27FC236}">
                    <a16:creationId xmlns:a16="http://schemas.microsoft.com/office/drawing/2014/main" id="{AB9F6746-137D-CF9B-6D2D-15EAA36303DD}"/>
                  </a:ext>
                </a:extLst>
              </p:cNvPr>
              <p:cNvCxnSpPr>
                <a:stCxn id="3113" idx="6"/>
                <a:endCxn id="3102" idx="2"/>
              </p:cNvCxnSpPr>
              <p:nvPr/>
            </p:nvCxnSpPr>
            <p:spPr>
              <a:xfrm>
                <a:off x="1503668" y="2544119"/>
                <a:ext cx="1496100" cy="240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32" name="Google Shape;752;p27">
                <a:extLst>
                  <a:ext uri="{FF2B5EF4-FFF2-40B4-BE49-F238E27FC236}">
                    <a16:creationId xmlns:a16="http://schemas.microsoft.com/office/drawing/2014/main" id="{B0318E4B-ADC0-8EC1-BA9B-CA3D8BEDBE88}"/>
                  </a:ext>
                </a:extLst>
              </p:cNvPr>
              <p:cNvCxnSpPr>
                <a:stCxn id="3113" idx="5"/>
                <a:endCxn id="3103" idx="2"/>
              </p:cNvCxnSpPr>
              <p:nvPr/>
            </p:nvCxnSpPr>
            <p:spPr>
              <a:xfrm>
                <a:off x="1492026" y="2568302"/>
                <a:ext cx="1507800" cy="14517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33" name="Google Shape;753;p27">
                <a:extLst>
                  <a:ext uri="{FF2B5EF4-FFF2-40B4-BE49-F238E27FC236}">
                    <a16:creationId xmlns:a16="http://schemas.microsoft.com/office/drawing/2014/main" id="{E001D126-D9A2-331C-3135-A0DE54687113}"/>
                  </a:ext>
                </a:extLst>
              </p:cNvPr>
              <p:cNvCxnSpPr>
                <a:stCxn id="3114" idx="5"/>
                <a:endCxn id="3100" idx="2"/>
              </p:cNvCxnSpPr>
              <p:nvPr/>
            </p:nvCxnSpPr>
            <p:spPr>
              <a:xfrm rot="10800000" flipH="1">
                <a:off x="1492026" y="1236189"/>
                <a:ext cx="1507800" cy="15996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34" name="Google Shape;754;p27">
                <a:extLst>
                  <a:ext uri="{FF2B5EF4-FFF2-40B4-BE49-F238E27FC236}">
                    <a16:creationId xmlns:a16="http://schemas.microsoft.com/office/drawing/2014/main" id="{15A91B31-189A-4748-0CA9-ADFF7E2707BD}"/>
                  </a:ext>
                </a:extLst>
              </p:cNvPr>
              <p:cNvCxnSpPr>
                <a:stCxn id="3114" idx="6"/>
                <a:endCxn id="3101" idx="2"/>
              </p:cNvCxnSpPr>
              <p:nvPr/>
            </p:nvCxnSpPr>
            <p:spPr>
              <a:xfrm rot="10800000" flipH="1">
                <a:off x="1503668" y="2047506"/>
                <a:ext cx="1496100" cy="764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35" name="Google Shape;755;p27">
                <a:extLst>
                  <a:ext uri="{FF2B5EF4-FFF2-40B4-BE49-F238E27FC236}">
                    <a16:creationId xmlns:a16="http://schemas.microsoft.com/office/drawing/2014/main" id="{7ECFE813-9164-02FE-7207-442FBAA82250}"/>
                  </a:ext>
                </a:extLst>
              </p:cNvPr>
              <p:cNvCxnSpPr>
                <a:stCxn id="3114" idx="5"/>
                <a:endCxn id="3102" idx="2"/>
              </p:cNvCxnSpPr>
              <p:nvPr/>
            </p:nvCxnSpPr>
            <p:spPr>
              <a:xfrm rot="10800000" flipH="1">
                <a:off x="1492026" y="2784489"/>
                <a:ext cx="1507800" cy="51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36" name="Google Shape;756;p27">
                <a:extLst>
                  <a:ext uri="{FF2B5EF4-FFF2-40B4-BE49-F238E27FC236}">
                    <a16:creationId xmlns:a16="http://schemas.microsoft.com/office/drawing/2014/main" id="{B45591F5-C9FA-F793-5D60-3386FFF326EF}"/>
                  </a:ext>
                </a:extLst>
              </p:cNvPr>
              <p:cNvCxnSpPr>
                <a:stCxn id="3114" idx="5"/>
                <a:endCxn id="3103" idx="2"/>
              </p:cNvCxnSpPr>
              <p:nvPr/>
            </p:nvCxnSpPr>
            <p:spPr>
              <a:xfrm>
                <a:off x="1492026" y="2835789"/>
                <a:ext cx="1507800" cy="11844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37" name="Google Shape;757;p27">
                <a:extLst>
                  <a:ext uri="{FF2B5EF4-FFF2-40B4-BE49-F238E27FC236}">
                    <a16:creationId xmlns:a16="http://schemas.microsoft.com/office/drawing/2014/main" id="{44E8EC91-43CC-56F9-233A-64530DD8898C}"/>
                  </a:ext>
                </a:extLst>
              </p:cNvPr>
              <p:cNvCxnSpPr>
                <a:stCxn id="3115" idx="0"/>
                <a:endCxn id="3102" idx="2"/>
              </p:cNvCxnSpPr>
              <p:nvPr/>
            </p:nvCxnSpPr>
            <p:spPr>
              <a:xfrm rot="10800000" flipH="1">
                <a:off x="1463918" y="2784493"/>
                <a:ext cx="1536000" cy="2604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38" name="Google Shape;758;p27">
                <a:extLst>
                  <a:ext uri="{FF2B5EF4-FFF2-40B4-BE49-F238E27FC236}">
                    <a16:creationId xmlns:a16="http://schemas.microsoft.com/office/drawing/2014/main" id="{6C28743D-8023-DF05-37C7-9769FB2E2737}"/>
                  </a:ext>
                </a:extLst>
              </p:cNvPr>
              <p:cNvCxnSpPr>
                <a:stCxn id="3115" idx="5"/>
                <a:endCxn id="3101" idx="2"/>
              </p:cNvCxnSpPr>
              <p:nvPr/>
            </p:nvCxnSpPr>
            <p:spPr>
              <a:xfrm rot="10800000" flipH="1">
                <a:off x="1492026" y="2047276"/>
                <a:ext cx="1507800" cy="10560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39" name="Google Shape;759;p27">
                <a:extLst>
                  <a:ext uri="{FF2B5EF4-FFF2-40B4-BE49-F238E27FC236}">
                    <a16:creationId xmlns:a16="http://schemas.microsoft.com/office/drawing/2014/main" id="{2F53B6B7-408A-82BA-A419-098F99C62F22}"/>
                  </a:ext>
                </a:extLst>
              </p:cNvPr>
              <p:cNvCxnSpPr>
                <a:stCxn id="3115" idx="6"/>
                <a:endCxn id="3102" idx="2"/>
              </p:cNvCxnSpPr>
              <p:nvPr/>
            </p:nvCxnSpPr>
            <p:spPr>
              <a:xfrm rot="10800000" flipH="1">
                <a:off x="1503668" y="2784493"/>
                <a:ext cx="1496100" cy="2946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40" name="Google Shape;760;p27">
                <a:extLst>
                  <a:ext uri="{FF2B5EF4-FFF2-40B4-BE49-F238E27FC236}">
                    <a16:creationId xmlns:a16="http://schemas.microsoft.com/office/drawing/2014/main" id="{15DAA323-83EB-C3F4-38AD-16CB7431F5A9}"/>
                  </a:ext>
                </a:extLst>
              </p:cNvPr>
              <p:cNvCxnSpPr>
                <a:stCxn id="3115" idx="5"/>
                <a:endCxn id="3103" idx="2"/>
              </p:cNvCxnSpPr>
              <p:nvPr/>
            </p:nvCxnSpPr>
            <p:spPr>
              <a:xfrm>
                <a:off x="1492026" y="3103276"/>
                <a:ext cx="1507800" cy="916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41" name="Google Shape;761;p27">
                <a:extLst>
                  <a:ext uri="{FF2B5EF4-FFF2-40B4-BE49-F238E27FC236}">
                    <a16:creationId xmlns:a16="http://schemas.microsoft.com/office/drawing/2014/main" id="{BE75772A-BF28-9726-F20F-253AFA3A06CD}"/>
                  </a:ext>
                </a:extLst>
              </p:cNvPr>
              <p:cNvCxnSpPr>
                <a:stCxn id="3116" idx="5"/>
                <a:endCxn id="3100" idx="2"/>
              </p:cNvCxnSpPr>
              <p:nvPr/>
            </p:nvCxnSpPr>
            <p:spPr>
              <a:xfrm rot="10800000" flipH="1">
                <a:off x="1492026" y="1236076"/>
                <a:ext cx="1507800" cy="2069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42" name="Google Shape;762;p27">
                <a:extLst>
                  <a:ext uri="{FF2B5EF4-FFF2-40B4-BE49-F238E27FC236}">
                    <a16:creationId xmlns:a16="http://schemas.microsoft.com/office/drawing/2014/main" id="{E904C848-9368-B105-1EE5-FD01E369E815}"/>
                  </a:ext>
                </a:extLst>
              </p:cNvPr>
              <p:cNvCxnSpPr>
                <a:stCxn id="3116" idx="5"/>
                <a:endCxn id="3101" idx="2"/>
              </p:cNvCxnSpPr>
              <p:nvPr/>
            </p:nvCxnSpPr>
            <p:spPr>
              <a:xfrm rot="10800000" flipH="1">
                <a:off x="1492026" y="2047276"/>
                <a:ext cx="1507800" cy="12579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43" name="Google Shape;763;p27">
                <a:extLst>
                  <a:ext uri="{FF2B5EF4-FFF2-40B4-BE49-F238E27FC236}">
                    <a16:creationId xmlns:a16="http://schemas.microsoft.com/office/drawing/2014/main" id="{288CA574-C459-3C72-368E-AED204AC1C73}"/>
                  </a:ext>
                </a:extLst>
              </p:cNvPr>
              <p:cNvCxnSpPr>
                <a:stCxn id="3116" idx="5"/>
                <a:endCxn id="3102" idx="2"/>
              </p:cNvCxnSpPr>
              <p:nvPr/>
            </p:nvCxnSpPr>
            <p:spPr>
              <a:xfrm rot="10800000" flipH="1">
                <a:off x="1492026" y="2784676"/>
                <a:ext cx="1507800" cy="5205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44" name="Google Shape;764;p27">
                <a:extLst>
                  <a:ext uri="{FF2B5EF4-FFF2-40B4-BE49-F238E27FC236}">
                    <a16:creationId xmlns:a16="http://schemas.microsoft.com/office/drawing/2014/main" id="{D7D9E1FD-2592-68C8-0605-7D56292C750A}"/>
                  </a:ext>
                </a:extLst>
              </p:cNvPr>
              <p:cNvCxnSpPr>
                <a:stCxn id="3116" idx="5"/>
                <a:endCxn id="3103" idx="2"/>
              </p:cNvCxnSpPr>
              <p:nvPr/>
            </p:nvCxnSpPr>
            <p:spPr>
              <a:xfrm>
                <a:off x="1492026" y="3305176"/>
                <a:ext cx="1507800" cy="7149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45" name="Google Shape;765;p27">
                <a:extLst>
                  <a:ext uri="{FF2B5EF4-FFF2-40B4-BE49-F238E27FC236}">
                    <a16:creationId xmlns:a16="http://schemas.microsoft.com/office/drawing/2014/main" id="{876518F9-3985-396C-5995-E8D85BA5C9AB}"/>
                  </a:ext>
                </a:extLst>
              </p:cNvPr>
              <p:cNvCxnSpPr>
                <a:stCxn id="3100" idx="6"/>
                <a:endCxn id="3105" idx="2"/>
              </p:cNvCxnSpPr>
              <p:nvPr/>
            </p:nvCxnSpPr>
            <p:spPr>
              <a:xfrm>
                <a:off x="3592908" y="1236091"/>
                <a:ext cx="750300" cy="8112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46" name="Google Shape;766;p27">
                <a:extLst>
                  <a:ext uri="{FF2B5EF4-FFF2-40B4-BE49-F238E27FC236}">
                    <a16:creationId xmlns:a16="http://schemas.microsoft.com/office/drawing/2014/main" id="{A30ACD0E-EF13-B748-34D8-03C8AAB19654}"/>
                  </a:ext>
                </a:extLst>
              </p:cNvPr>
              <p:cNvCxnSpPr>
                <a:stCxn id="3100" idx="6"/>
                <a:endCxn id="3106" idx="2"/>
              </p:cNvCxnSpPr>
              <p:nvPr/>
            </p:nvCxnSpPr>
            <p:spPr>
              <a:xfrm>
                <a:off x="3592908" y="1236091"/>
                <a:ext cx="750300" cy="15756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47" name="Google Shape;767;p27">
                <a:extLst>
                  <a:ext uri="{FF2B5EF4-FFF2-40B4-BE49-F238E27FC236}">
                    <a16:creationId xmlns:a16="http://schemas.microsoft.com/office/drawing/2014/main" id="{19E4D1AC-DC0B-7D91-76F4-513FB789083F}"/>
                  </a:ext>
                </a:extLst>
              </p:cNvPr>
              <p:cNvCxnSpPr>
                <a:stCxn id="3100" idx="6"/>
                <a:endCxn id="3107" idx="2"/>
              </p:cNvCxnSpPr>
              <p:nvPr/>
            </p:nvCxnSpPr>
            <p:spPr>
              <a:xfrm>
                <a:off x="3592908" y="1236091"/>
                <a:ext cx="750300" cy="27840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48" name="Google Shape;768;p27">
                <a:extLst>
                  <a:ext uri="{FF2B5EF4-FFF2-40B4-BE49-F238E27FC236}">
                    <a16:creationId xmlns:a16="http://schemas.microsoft.com/office/drawing/2014/main" id="{3811B0B9-CAEC-44EE-8596-79D7179F832A}"/>
                  </a:ext>
                </a:extLst>
              </p:cNvPr>
              <p:cNvCxnSpPr>
                <a:stCxn id="3101" idx="6"/>
                <a:endCxn id="3104" idx="2"/>
              </p:cNvCxnSpPr>
              <p:nvPr/>
            </p:nvCxnSpPr>
            <p:spPr>
              <a:xfrm rot="10800000" flipH="1">
                <a:off x="3592908" y="1236213"/>
                <a:ext cx="750300" cy="8112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49" name="Google Shape;769;p27">
                <a:extLst>
                  <a:ext uri="{FF2B5EF4-FFF2-40B4-BE49-F238E27FC236}">
                    <a16:creationId xmlns:a16="http://schemas.microsoft.com/office/drawing/2014/main" id="{6AC5A36C-7828-D870-2B32-668714668AA3}"/>
                  </a:ext>
                </a:extLst>
              </p:cNvPr>
              <p:cNvCxnSpPr>
                <a:stCxn id="3101" idx="6"/>
                <a:endCxn id="3105" idx="2"/>
              </p:cNvCxnSpPr>
              <p:nvPr/>
            </p:nvCxnSpPr>
            <p:spPr>
              <a:xfrm>
                <a:off x="3592908" y="2047413"/>
                <a:ext cx="7503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50" name="Google Shape;770;p27">
                <a:extLst>
                  <a:ext uri="{FF2B5EF4-FFF2-40B4-BE49-F238E27FC236}">
                    <a16:creationId xmlns:a16="http://schemas.microsoft.com/office/drawing/2014/main" id="{A7EDFC94-0147-3E27-9FAA-C6C7D0CDF5B0}"/>
                  </a:ext>
                </a:extLst>
              </p:cNvPr>
              <p:cNvCxnSpPr>
                <a:stCxn id="3101" idx="6"/>
                <a:endCxn id="3106" idx="2"/>
              </p:cNvCxnSpPr>
              <p:nvPr/>
            </p:nvCxnSpPr>
            <p:spPr>
              <a:xfrm>
                <a:off x="3592908" y="2047413"/>
                <a:ext cx="750300" cy="764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51" name="Google Shape;771;p27">
                <a:extLst>
                  <a:ext uri="{FF2B5EF4-FFF2-40B4-BE49-F238E27FC236}">
                    <a16:creationId xmlns:a16="http://schemas.microsoft.com/office/drawing/2014/main" id="{3A4573E4-C489-04F8-6F18-0CB65DBE960E}"/>
                  </a:ext>
                </a:extLst>
              </p:cNvPr>
              <p:cNvCxnSpPr>
                <a:stCxn id="3101" idx="6"/>
                <a:endCxn id="3107" idx="2"/>
              </p:cNvCxnSpPr>
              <p:nvPr/>
            </p:nvCxnSpPr>
            <p:spPr>
              <a:xfrm>
                <a:off x="3592908" y="2047413"/>
                <a:ext cx="750300" cy="197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52" name="Google Shape;772;p27">
                <a:extLst>
                  <a:ext uri="{FF2B5EF4-FFF2-40B4-BE49-F238E27FC236}">
                    <a16:creationId xmlns:a16="http://schemas.microsoft.com/office/drawing/2014/main" id="{514BC64B-71CC-111A-F3F1-0845E49D53ED}"/>
                  </a:ext>
                </a:extLst>
              </p:cNvPr>
              <p:cNvCxnSpPr>
                <a:stCxn id="3102" idx="6"/>
                <a:endCxn id="3104" idx="2"/>
              </p:cNvCxnSpPr>
              <p:nvPr/>
            </p:nvCxnSpPr>
            <p:spPr>
              <a:xfrm rot="10800000" flipH="1">
                <a:off x="3592908" y="1236236"/>
                <a:ext cx="750300" cy="1548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53" name="Google Shape;773;p27">
                <a:extLst>
                  <a:ext uri="{FF2B5EF4-FFF2-40B4-BE49-F238E27FC236}">
                    <a16:creationId xmlns:a16="http://schemas.microsoft.com/office/drawing/2014/main" id="{DF9C0250-C49E-AD3C-D068-E5D6F3268CC4}"/>
                  </a:ext>
                </a:extLst>
              </p:cNvPr>
              <p:cNvCxnSpPr>
                <a:stCxn id="3102" idx="6"/>
                <a:endCxn id="3105" idx="2"/>
              </p:cNvCxnSpPr>
              <p:nvPr/>
            </p:nvCxnSpPr>
            <p:spPr>
              <a:xfrm rot="10800000" flipH="1">
                <a:off x="3592908" y="2047436"/>
                <a:ext cx="750300" cy="737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54" name="Google Shape;774;p27">
                <a:extLst>
                  <a:ext uri="{FF2B5EF4-FFF2-40B4-BE49-F238E27FC236}">
                    <a16:creationId xmlns:a16="http://schemas.microsoft.com/office/drawing/2014/main" id="{129E0480-516F-EA68-6E65-853EE28C45C8}"/>
                  </a:ext>
                </a:extLst>
              </p:cNvPr>
              <p:cNvCxnSpPr>
                <a:stCxn id="3102" idx="6"/>
                <a:endCxn id="3106" idx="2"/>
              </p:cNvCxnSpPr>
              <p:nvPr/>
            </p:nvCxnSpPr>
            <p:spPr>
              <a:xfrm>
                <a:off x="3592908" y="2784536"/>
                <a:ext cx="750300" cy="270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55" name="Google Shape;775;p27">
                <a:extLst>
                  <a:ext uri="{FF2B5EF4-FFF2-40B4-BE49-F238E27FC236}">
                    <a16:creationId xmlns:a16="http://schemas.microsoft.com/office/drawing/2014/main" id="{203C9A3A-5D98-8376-9078-CE370A270368}"/>
                  </a:ext>
                </a:extLst>
              </p:cNvPr>
              <p:cNvCxnSpPr>
                <a:stCxn id="3102" idx="6"/>
                <a:endCxn id="3107" idx="2"/>
              </p:cNvCxnSpPr>
              <p:nvPr/>
            </p:nvCxnSpPr>
            <p:spPr>
              <a:xfrm>
                <a:off x="3592908" y="2784536"/>
                <a:ext cx="750300" cy="12354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56" name="Google Shape;776;p27">
                <a:extLst>
                  <a:ext uri="{FF2B5EF4-FFF2-40B4-BE49-F238E27FC236}">
                    <a16:creationId xmlns:a16="http://schemas.microsoft.com/office/drawing/2014/main" id="{1BA018D2-DBE3-25F8-EBF7-094216CC0115}"/>
                  </a:ext>
                </a:extLst>
              </p:cNvPr>
              <p:cNvCxnSpPr>
                <a:endCxn id="3104" idx="2"/>
              </p:cNvCxnSpPr>
              <p:nvPr/>
            </p:nvCxnSpPr>
            <p:spPr>
              <a:xfrm rot="10800000" flipH="1">
                <a:off x="3592808" y="1236091"/>
                <a:ext cx="750300" cy="28194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57" name="Google Shape;777;p27">
                <a:extLst>
                  <a:ext uri="{FF2B5EF4-FFF2-40B4-BE49-F238E27FC236}">
                    <a16:creationId xmlns:a16="http://schemas.microsoft.com/office/drawing/2014/main" id="{66AD6B81-D4F3-5C75-6E8F-DC80199D1B45}"/>
                  </a:ext>
                </a:extLst>
              </p:cNvPr>
              <p:cNvCxnSpPr>
                <a:stCxn id="3103" idx="6"/>
                <a:endCxn id="3105" idx="2"/>
              </p:cNvCxnSpPr>
              <p:nvPr/>
            </p:nvCxnSpPr>
            <p:spPr>
              <a:xfrm rot="10800000" flipH="1">
                <a:off x="3586908" y="2047284"/>
                <a:ext cx="756300" cy="197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58" name="Google Shape;778;p27">
                <a:extLst>
                  <a:ext uri="{FF2B5EF4-FFF2-40B4-BE49-F238E27FC236}">
                    <a16:creationId xmlns:a16="http://schemas.microsoft.com/office/drawing/2014/main" id="{9E44CDDA-0B78-BC4F-7E90-A8B6E84941EB}"/>
                  </a:ext>
                </a:extLst>
              </p:cNvPr>
              <p:cNvCxnSpPr>
                <a:stCxn id="3103" idx="6"/>
                <a:endCxn id="3106" idx="2"/>
              </p:cNvCxnSpPr>
              <p:nvPr/>
            </p:nvCxnSpPr>
            <p:spPr>
              <a:xfrm rot="10800000" flipH="1">
                <a:off x="3586908" y="2811684"/>
                <a:ext cx="756300" cy="12084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59" name="Google Shape;779;p27">
                <a:extLst>
                  <a:ext uri="{FF2B5EF4-FFF2-40B4-BE49-F238E27FC236}">
                    <a16:creationId xmlns:a16="http://schemas.microsoft.com/office/drawing/2014/main" id="{DC9B4A48-54BC-F854-764D-222708A1A575}"/>
                  </a:ext>
                </a:extLst>
              </p:cNvPr>
              <p:cNvCxnSpPr>
                <a:stCxn id="3103" idx="6"/>
                <a:endCxn id="3107" idx="2"/>
              </p:cNvCxnSpPr>
              <p:nvPr/>
            </p:nvCxnSpPr>
            <p:spPr>
              <a:xfrm>
                <a:off x="3586908" y="4020084"/>
                <a:ext cx="7563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60" name="Google Shape;780;p27">
                <a:extLst>
                  <a:ext uri="{FF2B5EF4-FFF2-40B4-BE49-F238E27FC236}">
                    <a16:creationId xmlns:a16="http://schemas.microsoft.com/office/drawing/2014/main" id="{D3C1ED09-054C-AC6C-5472-7198272FC816}"/>
                  </a:ext>
                </a:extLst>
              </p:cNvPr>
              <p:cNvCxnSpPr/>
              <p:nvPr/>
            </p:nvCxnSpPr>
            <p:spPr>
              <a:xfrm>
                <a:off x="4936408" y="1218391"/>
                <a:ext cx="7503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61" name="Google Shape;781;p27">
                <a:extLst>
                  <a:ext uri="{FF2B5EF4-FFF2-40B4-BE49-F238E27FC236}">
                    <a16:creationId xmlns:a16="http://schemas.microsoft.com/office/drawing/2014/main" id="{BAEBA25C-319E-179C-8486-F0B4524A7E98}"/>
                  </a:ext>
                </a:extLst>
              </p:cNvPr>
              <p:cNvCxnSpPr/>
              <p:nvPr/>
            </p:nvCxnSpPr>
            <p:spPr>
              <a:xfrm>
                <a:off x="4936408" y="1218391"/>
                <a:ext cx="750300" cy="8112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62" name="Google Shape;782;p27">
                <a:extLst>
                  <a:ext uri="{FF2B5EF4-FFF2-40B4-BE49-F238E27FC236}">
                    <a16:creationId xmlns:a16="http://schemas.microsoft.com/office/drawing/2014/main" id="{C874F12A-5173-38DB-4BDD-681A4258D1C9}"/>
                  </a:ext>
                </a:extLst>
              </p:cNvPr>
              <p:cNvCxnSpPr/>
              <p:nvPr/>
            </p:nvCxnSpPr>
            <p:spPr>
              <a:xfrm>
                <a:off x="4936408" y="1218391"/>
                <a:ext cx="750300" cy="15756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63" name="Google Shape;783;p27">
                <a:extLst>
                  <a:ext uri="{FF2B5EF4-FFF2-40B4-BE49-F238E27FC236}">
                    <a16:creationId xmlns:a16="http://schemas.microsoft.com/office/drawing/2014/main" id="{2BCE27B1-5A7B-486C-4519-CCAF46F3B2B6}"/>
                  </a:ext>
                </a:extLst>
              </p:cNvPr>
              <p:cNvCxnSpPr/>
              <p:nvPr/>
            </p:nvCxnSpPr>
            <p:spPr>
              <a:xfrm>
                <a:off x="4936408" y="1218391"/>
                <a:ext cx="750300" cy="27840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64" name="Google Shape;784;p27">
                <a:extLst>
                  <a:ext uri="{FF2B5EF4-FFF2-40B4-BE49-F238E27FC236}">
                    <a16:creationId xmlns:a16="http://schemas.microsoft.com/office/drawing/2014/main" id="{5FFC0A74-D129-7D63-FBBE-F0A77B11B947}"/>
                  </a:ext>
                </a:extLst>
              </p:cNvPr>
              <p:cNvCxnSpPr/>
              <p:nvPr/>
            </p:nvCxnSpPr>
            <p:spPr>
              <a:xfrm rot="10800000" flipH="1">
                <a:off x="4936408" y="1218513"/>
                <a:ext cx="750300" cy="8112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65" name="Google Shape;785;p27">
                <a:extLst>
                  <a:ext uri="{FF2B5EF4-FFF2-40B4-BE49-F238E27FC236}">
                    <a16:creationId xmlns:a16="http://schemas.microsoft.com/office/drawing/2014/main" id="{534B1E7B-5534-A6BE-2D5E-DB63A6246060}"/>
                  </a:ext>
                </a:extLst>
              </p:cNvPr>
              <p:cNvCxnSpPr/>
              <p:nvPr/>
            </p:nvCxnSpPr>
            <p:spPr>
              <a:xfrm>
                <a:off x="4936408" y="2029713"/>
                <a:ext cx="7503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66" name="Google Shape;786;p27">
                <a:extLst>
                  <a:ext uri="{FF2B5EF4-FFF2-40B4-BE49-F238E27FC236}">
                    <a16:creationId xmlns:a16="http://schemas.microsoft.com/office/drawing/2014/main" id="{B342764E-2A9E-B851-BE8E-D237846D869A}"/>
                  </a:ext>
                </a:extLst>
              </p:cNvPr>
              <p:cNvCxnSpPr/>
              <p:nvPr/>
            </p:nvCxnSpPr>
            <p:spPr>
              <a:xfrm>
                <a:off x="4936408" y="2029713"/>
                <a:ext cx="750300" cy="764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67" name="Google Shape;787;p27">
                <a:extLst>
                  <a:ext uri="{FF2B5EF4-FFF2-40B4-BE49-F238E27FC236}">
                    <a16:creationId xmlns:a16="http://schemas.microsoft.com/office/drawing/2014/main" id="{0BE57C4D-30BE-4952-9E68-8A314AAFCF2E}"/>
                  </a:ext>
                </a:extLst>
              </p:cNvPr>
              <p:cNvCxnSpPr/>
              <p:nvPr/>
            </p:nvCxnSpPr>
            <p:spPr>
              <a:xfrm>
                <a:off x="4936408" y="2029713"/>
                <a:ext cx="750300" cy="197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68" name="Google Shape;788;p27">
                <a:extLst>
                  <a:ext uri="{FF2B5EF4-FFF2-40B4-BE49-F238E27FC236}">
                    <a16:creationId xmlns:a16="http://schemas.microsoft.com/office/drawing/2014/main" id="{8DCAAF47-2EC5-63E5-FE94-42C24640DD8E}"/>
                  </a:ext>
                </a:extLst>
              </p:cNvPr>
              <p:cNvCxnSpPr/>
              <p:nvPr/>
            </p:nvCxnSpPr>
            <p:spPr>
              <a:xfrm rot="10800000" flipH="1">
                <a:off x="4936408" y="1218536"/>
                <a:ext cx="750300" cy="1548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69" name="Google Shape;789;p27">
                <a:extLst>
                  <a:ext uri="{FF2B5EF4-FFF2-40B4-BE49-F238E27FC236}">
                    <a16:creationId xmlns:a16="http://schemas.microsoft.com/office/drawing/2014/main" id="{91A1FAFB-C3F5-1C6D-B26D-DE0F8EBDD6F6}"/>
                  </a:ext>
                </a:extLst>
              </p:cNvPr>
              <p:cNvCxnSpPr/>
              <p:nvPr/>
            </p:nvCxnSpPr>
            <p:spPr>
              <a:xfrm rot="10800000" flipH="1">
                <a:off x="4936408" y="2029736"/>
                <a:ext cx="750300" cy="737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70" name="Google Shape;790;p27">
                <a:extLst>
                  <a:ext uri="{FF2B5EF4-FFF2-40B4-BE49-F238E27FC236}">
                    <a16:creationId xmlns:a16="http://schemas.microsoft.com/office/drawing/2014/main" id="{DD43EBB6-96BD-4514-346E-977555F0CEC8}"/>
                  </a:ext>
                </a:extLst>
              </p:cNvPr>
              <p:cNvCxnSpPr/>
              <p:nvPr/>
            </p:nvCxnSpPr>
            <p:spPr>
              <a:xfrm>
                <a:off x="4936408" y="2766836"/>
                <a:ext cx="750300" cy="270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71" name="Google Shape;791;p27">
                <a:extLst>
                  <a:ext uri="{FF2B5EF4-FFF2-40B4-BE49-F238E27FC236}">
                    <a16:creationId xmlns:a16="http://schemas.microsoft.com/office/drawing/2014/main" id="{54338ED0-0CE6-3963-81AE-028A06ABB534}"/>
                  </a:ext>
                </a:extLst>
              </p:cNvPr>
              <p:cNvCxnSpPr/>
              <p:nvPr/>
            </p:nvCxnSpPr>
            <p:spPr>
              <a:xfrm>
                <a:off x="4936408" y="2766836"/>
                <a:ext cx="750300" cy="12354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72" name="Google Shape;792;p27">
                <a:extLst>
                  <a:ext uri="{FF2B5EF4-FFF2-40B4-BE49-F238E27FC236}">
                    <a16:creationId xmlns:a16="http://schemas.microsoft.com/office/drawing/2014/main" id="{3C6AF9BB-2E87-770E-270D-5F329087CF36}"/>
                  </a:ext>
                </a:extLst>
              </p:cNvPr>
              <p:cNvCxnSpPr/>
              <p:nvPr/>
            </p:nvCxnSpPr>
            <p:spPr>
              <a:xfrm rot="10800000" flipH="1">
                <a:off x="4936308" y="1218391"/>
                <a:ext cx="750300" cy="28194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73" name="Google Shape;793;p27">
                <a:extLst>
                  <a:ext uri="{FF2B5EF4-FFF2-40B4-BE49-F238E27FC236}">
                    <a16:creationId xmlns:a16="http://schemas.microsoft.com/office/drawing/2014/main" id="{5FD79B16-FEE0-9B2C-779D-036410162FEE}"/>
                  </a:ext>
                </a:extLst>
              </p:cNvPr>
              <p:cNvCxnSpPr/>
              <p:nvPr/>
            </p:nvCxnSpPr>
            <p:spPr>
              <a:xfrm rot="10800000" flipH="1">
                <a:off x="4936408" y="2029584"/>
                <a:ext cx="750300" cy="1972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74" name="Google Shape;794;p27">
                <a:extLst>
                  <a:ext uri="{FF2B5EF4-FFF2-40B4-BE49-F238E27FC236}">
                    <a16:creationId xmlns:a16="http://schemas.microsoft.com/office/drawing/2014/main" id="{4832528F-ABEE-FBC9-2688-EAC644058A5C}"/>
                  </a:ext>
                </a:extLst>
              </p:cNvPr>
              <p:cNvCxnSpPr/>
              <p:nvPr/>
            </p:nvCxnSpPr>
            <p:spPr>
              <a:xfrm rot="10800000" flipH="1">
                <a:off x="4936408" y="2793984"/>
                <a:ext cx="750300" cy="12084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75" name="Google Shape;795;p27">
                <a:extLst>
                  <a:ext uri="{FF2B5EF4-FFF2-40B4-BE49-F238E27FC236}">
                    <a16:creationId xmlns:a16="http://schemas.microsoft.com/office/drawing/2014/main" id="{40E89655-A98D-DEFD-360B-6B23A779E666}"/>
                  </a:ext>
                </a:extLst>
              </p:cNvPr>
              <p:cNvCxnSpPr/>
              <p:nvPr/>
            </p:nvCxnSpPr>
            <p:spPr>
              <a:xfrm>
                <a:off x="4936408" y="4002384"/>
                <a:ext cx="7503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76" name="Google Shape;797;p27">
                <a:extLst>
                  <a:ext uri="{FF2B5EF4-FFF2-40B4-BE49-F238E27FC236}">
                    <a16:creationId xmlns:a16="http://schemas.microsoft.com/office/drawing/2014/main" id="{D45D977D-D066-19AB-C965-EFBAACCEEF81}"/>
                  </a:ext>
                </a:extLst>
              </p:cNvPr>
              <p:cNvCxnSpPr>
                <a:stCxn id="3110" idx="6"/>
                <a:endCxn id="3094" idx="2"/>
              </p:cNvCxnSpPr>
              <p:nvPr/>
            </p:nvCxnSpPr>
            <p:spPr>
              <a:xfrm rot="10800000" flipH="1">
                <a:off x="6279996" y="2411761"/>
                <a:ext cx="995700" cy="3729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3177" name="Google Shape;799;p27">
                <a:extLst>
                  <a:ext uri="{FF2B5EF4-FFF2-40B4-BE49-F238E27FC236}">
                    <a16:creationId xmlns:a16="http://schemas.microsoft.com/office/drawing/2014/main" id="{C3691374-581E-AE42-1D06-9DF6CF49B079}"/>
                  </a:ext>
                </a:extLst>
              </p:cNvPr>
              <p:cNvCxnSpPr/>
              <p:nvPr/>
            </p:nvCxnSpPr>
            <p:spPr>
              <a:xfrm flipH="1">
                <a:off x="4636700" y="3215775"/>
                <a:ext cx="6000" cy="4500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595959"/>
                </a:solidFill>
                <a:prstDash val="dot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78" name="Google Shape;800;p27">
                <a:extLst>
                  <a:ext uri="{FF2B5EF4-FFF2-40B4-BE49-F238E27FC236}">
                    <a16:creationId xmlns:a16="http://schemas.microsoft.com/office/drawing/2014/main" id="{6E3B3CA3-95ED-6C7A-1C85-DDB33D9A4FF4}"/>
                  </a:ext>
                </a:extLst>
              </p:cNvPr>
              <p:cNvCxnSpPr/>
              <p:nvPr/>
            </p:nvCxnSpPr>
            <p:spPr>
              <a:xfrm flipH="1">
                <a:off x="5980300" y="3215763"/>
                <a:ext cx="6000" cy="4500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595959"/>
                </a:solidFill>
                <a:prstDash val="dot"/>
                <a:round/>
                <a:headEnd type="none" w="med" len="med"/>
                <a:tailEnd type="none" w="med" len="med"/>
              </a:ln>
            </p:spPr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79" name="文本框 3178">
                  <a:extLst>
                    <a:ext uri="{FF2B5EF4-FFF2-40B4-BE49-F238E27FC236}">
                      <a16:creationId xmlns:a16="http://schemas.microsoft.com/office/drawing/2014/main" id="{B463C5AB-1D9B-B253-CC5E-96D5C6E584C8}"/>
                    </a:ext>
                  </a:extLst>
                </p:cNvPr>
                <p:cNvSpPr txBox="1"/>
                <p:nvPr/>
              </p:nvSpPr>
              <p:spPr>
                <a:xfrm>
                  <a:off x="5382709" y="2968288"/>
                  <a:ext cx="541430" cy="1968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CN" altLang="en-US" sz="1200" i="1" dirty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CN" altLang="en-US" sz="12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zh-CN" altLang="en-US" sz="1200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  <m:sup>
                            <m:r>
                              <a:rPr lang="zh-CN" altLang="en-US" sz="12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altLang="zh-CN" sz="1200" i="1" dirty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sz="12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altLang="zh-CN" sz="1200" dirty="0">
                                <a:solidFill>
                                  <a:srgbClr val="000000"/>
                                </a:solidFill>
                                <a:latin typeface="Consolas" panose="020B0609020204030204" pitchFamily="49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𝒢</m:t>
                            </m:r>
                          </m:e>
                          <m:sub>
                            <m:r>
                              <a:rPr lang="en-US" altLang="zh-CN" sz="12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sz="1200" i="1" dirty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sz="1200" dirty="0">
                    <a:latin typeface="Consolas" panose="020B0609020204030204" pitchFamily="49" charset="0"/>
                  </a:endParaRPr>
                </a:p>
              </p:txBody>
            </p:sp>
          </mc:Choice>
          <mc:Fallback>
            <p:sp>
              <p:nvSpPr>
                <p:cNvPr id="3179" name="文本框 3178">
                  <a:extLst>
                    <a:ext uri="{FF2B5EF4-FFF2-40B4-BE49-F238E27FC236}">
                      <a16:creationId xmlns:a16="http://schemas.microsoft.com/office/drawing/2014/main" id="{B463C5AB-1D9B-B253-CC5E-96D5C6E584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82709" y="2968288"/>
                  <a:ext cx="541430" cy="196849"/>
                </a:xfrm>
                <a:prstGeom prst="rect">
                  <a:avLst/>
                </a:prstGeom>
                <a:blipFill>
                  <a:blip r:embed="rId7"/>
                  <a:stretch>
                    <a:fillRect b="-375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180" name="组合 3179">
              <a:extLst>
                <a:ext uri="{FF2B5EF4-FFF2-40B4-BE49-F238E27FC236}">
                  <a16:creationId xmlns:a16="http://schemas.microsoft.com/office/drawing/2014/main" id="{A50E597E-9085-B605-D45B-0F52DB0E9525}"/>
                </a:ext>
              </a:extLst>
            </p:cNvPr>
            <p:cNvGrpSpPr/>
            <p:nvPr/>
          </p:nvGrpSpPr>
          <p:grpSpPr>
            <a:xfrm>
              <a:off x="7578582" y="321244"/>
              <a:ext cx="3269057" cy="1001933"/>
              <a:chOff x="6459143" y="594365"/>
              <a:chExt cx="3269057" cy="1001933"/>
            </a:xfrm>
          </p:grpSpPr>
          <p:sp>
            <p:nvSpPr>
              <p:cNvPr id="3181" name="文本框 3180">
                <a:extLst>
                  <a:ext uri="{FF2B5EF4-FFF2-40B4-BE49-F238E27FC236}">
                    <a16:creationId xmlns:a16="http://schemas.microsoft.com/office/drawing/2014/main" id="{ABA8D251-B761-FF87-C4A0-3B92E4BDACA4}"/>
                  </a:ext>
                </a:extLst>
              </p:cNvPr>
              <p:cNvSpPr txBox="1"/>
              <p:nvPr/>
            </p:nvSpPr>
            <p:spPr>
              <a:xfrm>
                <a:off x="6459143" y="594365"/>
                <a:ext cx="326905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zh-CN" sz="1200" dirty="0">
                    <a:latin typeface="Consolas" panose="020B0609020204030204" pitchFamily="49" charset="0"/>
                    <a:cs typeface="Times New Roman" panose="02020603050405020304" pitchFamily="18" charset="0"/>
                  </a:rPr>
                  <a:t>Top-K graphs </a:t>
                </a:r>
                <a:r>
                  <a:rPr lang="en-US" altLang="zh-CN" sz="1200">
                    <a:latin typeface="Consolas" panose="020B0609020204030204" pitchFamily="49" charset="0"/>
                    <a:cs typeface="Times New Roman" panose="02020603050405020304" pitchFamily="18" charset="0"/>
                  </a:rPr>
                  <a:t>with lowest </a:t>
                </a:r>
                <a:r>
                  <a:rPr lang="en-US" altLang="zh-CN" sz="1200" dirty="0">
                    <a:latin typeface="Consolas" panose="020B0609020204030204" pitchFamily="49" charset="0"/>
                    <a:cs typeface="Times New Roman" panose="02020603050405020304" pitchFamily="18" charset="0"/>
                  </a:rPr>
                  <a:t>u</a:t>
                </a:r>
                <a:r>
                  <a:rPr lang="en-US" altLang="zh-CN" sz="1200">
                    <a:latin typeface="Consolas" panose="020B0609020204030204" pitchFamily="49" charset="0"/>
                    <a:cs typeface="Times New Roman" panose="02020603050405020304" pitchFamily="18" charset="0"/>
                  </a:rPr>
                  <a:t>ncertainty</a:t>
                </a:r>
                <a:endParaRPr lang="zh-CN" altLang="en-US" sz="1200" dirty="0">
                  <a:latin typeface="Consolas" panose="020B0609020204030204" pitchFamily="49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182" name="组合 3181">
                <a:extLst>
                  <a:ext uri="{FF2B5EF4-FFF2-40B4-BE49-F238E27FC236}">
                    <a16:creationId xmlns:a16="http://schemas.microsoft.com/office/drawing/2014/main" id="{63697C32-EBEA-267E-A129-F75E173402F0}"/>
                  </a:ext>
                </a:extLst>
              </p:cNvPr>
              <p:cNvGrpSpPr/>
              <p:nvPr/>
            </p:nvGrpSpPr>
            <p:grpSpPr>
              <a:xfrm>
                <a:off x="8400367" y="1009614"/>
                <a:ext cx="468000" cy="468000"/>
                <a:chOff x="2393524" y="1949674"/>
                <a:chExt cx="583565" cy="587977"/>
              </a:xfrm>
            </p:grpSpPr>
            <p:grpSp>
              <p:nvGrpSpPr>
                <p:cNvPr id="3203" name="组合 3202">
                  <a:extLst>
                    <a:ext uri="{FF2B5EF4-FFF2-40B4-BE49-F238E27FC236}">
                      <a16:creationId xmlns:a16="http://schemas.microsoft.com/office/drawing/2014/main" id="{E5950AC3-AF74-ED42-453E-A7333D8662BC}"/>
                    </a:ext>
                  </a:extLst>
                </p:cNvPr>
                <p:cNvGrpSpPr/>
                <p:nvPr/>
              </p:nvGrpSpPr>
              <p:grpSpPr>
                <a:xfrm>
                  <a:off x="2393524" y="1949674"/>
                  <a:ext cx="583565" cy="587977"/>
                  <a:chOff x="396078" y="242412"/>
                  <a:chExt cx="583565" cy="587977"/>
                </a:xfrm>
              </p:grpSpPr>
              <p:sp>
                <p:nvSpPr>
                  <p:cNvPr id="3205" name="流程图: 接点 167">
                    <a:extLst>
                      <a:ext uri="{FF2B5EF4-FFF2-40B4-BE49-F238E27FC236}">
                        <a16:creationId xmlns:a16="http://schemas.microsoft.com/office/drawing/2014/main" id="{755FC431-6158-CE19-C0BB-446C3AA9EE67}"/>
                      </a:ext>
                    </a:extLst>
                  </p:cNvPr>
                  <p:cNvSpPr/>
                  <p:nvPr/>
                </p:nvSpPr>
                <p:spPr>
                  <a:xfrm>
                    <a:off x="396078" y="242412"/>
                    <a:ext cx="108000" cy="108000"/>
                  </a:xfrm>
                  <a:prstGeom prst="flowChartConnector">
                    <a:avLst/>
                  </a:prstGeom>
                  <a:solidFill>
                    <a:srgbClr val="C7E6F9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200" dirty="0">
                      <a:solidFill>
                        <a:schemeClr val="tx1"/>
                      </a:solidFill>
                      <a:latin typeface="Consolas" panose="020B0609020204030204" pitchFamily="49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206" name="流程图: 接点 167">
                    <a:extLst>
                      <a:ext uri="{FF2B5EF4-FFF2-40B4-BE49-F238E27FC236}">
                        <a16:creationId xmlns:a16="http://schemas.microsoft.com/office/drawing/2014/main" id="{3C591582-0F47-EB22-3FD1-F7D45C35EDDE}"/>
                      </a:ext>
                    </a:extLst>
                  </p:cNvPr>
                  <p:cNvSpPr/>
                  <p:nvPr/>
                </p:nvSpPr>
                <p:spPr>
                  <a:xfrm>
                    <a:off x="488262" y="517123"/>
                    <a:ext cx="108000" cy="108000"/>
                  </a:xfrm>
                  <a:prstGeom prst="flowChartConnector">
                    <a:avLst/>
                  </a:prstGeom>
                  <a:solidFill>
                    <a:srgbClr val="C7E6F9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200" dirty="0">
                      <a:solidFill>
                        <a:schemeClr val="tx1"/>
                      </a:solidFill>
                      <a:latin typeface="Consolas" panose="020B0609020204030204" pitchFamily="49" charset="0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3207" name="直接连接符 3206">
                    <a:extLst>
                      <a:ext uri="{FF2B5EF4-FFF2-40B4-BE49-F238E27FC236}">
                        <a16:creationId xmlns:a16="http://schemas.microsoft.com/office/drawing/2014/main" id="{83B48E08-F2E7-9FAB-F8D5-BB6A2631EAC6}"/>
                      </a:ext>
                    </a:extLst>
                  </p:cNvPr>
                  <p:cNvCxnSpPr>
                    <a:cxnSpLocks/>
                    <a:stCxn id="3205" idx="4"/>
                    <a:endCxn id="3206" idx="1"/>
                  </p:cNvCxnSpPr>
                  <p:nvPr/>
                </p:nvCxnSpPr>
                <p:spPr>
                  <a:xfrm>
                    <a:off x="450078" y="350412"/>
                    <a:ext cx="54000" cy="182527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208" name="流程图: 接点 167">
                    <a:extLst>
                      <a:ext uri="{FF2B5EF4-FFF2-40B4-BE49-F238E27FC236}">
                        <a16:creationId xmlns:a16="http://schemas.microsoft.com/office/drawing/2014/main" id="{A2C50EA7-C6E9-5CDD-FE2C-807E56FD4913}"/>
                      </a:ext>
                    </a:extLst>
                  </p:cNvPr>
                  <p:cNvSpPr/>
                  <p:nvPr/>
                </p:nvSpPr>
                <p:spPr>
                  <a:xfrm>
                    <a:off x="681144" y="315550"/>
                    <a:ext cx="108000" cy="108000"/>
                  </a:xfrm>
                  <a:prstGeom prst="flowChartConnector">
                    <a:avLst/>
                  </a:prstGeom>
                  <a:solidFill>
                    <a:srgbClr val="C7E6F9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200" dirty="0">
                      <a:solidFill>
                        <a:schemeClr val="tx1"/>
                      </a:solidFill>
                      <a:latin typeface="Consolas" panose="020B0609020204030204" pitchFamily="49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209" name="流程图: 接点 167">
                    <a:extLst>
                      <a:ext uri="{FF2B5EF4-FFF2-40B4-BE49-F238E27FC236}">
                        <a16:creationId xmlns:a16="http://schemas.microsoft.com/office/drawing/2014/main" id="{D599BC3C-88AF-04F1-6ED6-2ECF8591FC3C}"/>
                      </a:ext>
                    </a:extLst>
                  </p:cNvPr>
                  <p:cNvSpPr/>
                  <p:nvPr/>
                </p:nvSpPr>
                <p:spPr>
                  <a:xfrm>
                    <a:off x="681144" y="722389"/>
                    <a:ext cx="108000" cy="108000"/>
                  </a:xfrm>
                  <a:prstGeom prst="flowChartConnector">
                    <a:avLst/>
                  </a:prstGeom>
                  <a:solidFill>
                    <a:srgbClr val="C7E6F9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200" dirty="0">
                      <a:solidFill>
                        <a:schemeClr val="tx1"/>
                      </a:solidFill>
                      <a:latin typeface="Consolas" panose="020B0609020204030204" pitchFamily="49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210" name="流程图: 接点 167">
                    <a:extLst>
                      <a:ext uri="{FF2B5EF4-FFF2-40B4-BE49-F238E27FC236}">
                        <a16:creationId xmlns:a16="http://schemas.microsoft.com/office/drawing/2014/main" id="{AEF4390F-A833-97A7-2342-588BF326B18C}"/>
                      </a:ext>
                    </a:extLst>
                  </p:cNvPr>
                  <p:cNvSpPr/>
                  <p:nvPr/>
                </p:nvSpPr>
                <p:spPr>
                  <a:xfrm>
                    <a:off x="871643" y="517123"/>
                    <a:ext cx="108000" cy="108000"/>
                  </a:xfrm>
                  <a:prstGeom prst="flowChartConnector">
                    <a:avLst/>
                  </a:prstGeom>
                  <a:solidFill>
                    <a:srgbClr val="C7E6F9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200" dirty="0">
                      <a:solidFill>
                        <a:schemeClr val="tx1"/>
                      </a:solidFill>
                      <a:latin typeface="Consolas" panose="020B0609020204030204" pitchFamily="49" charset="0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3211" name="直接连接符 3210">
                    <a:extLst>
                      <a:ext uri="{FF2B5EF4-FFF2-40B4-BE49-F238E27FC236}">
                        <a16:creationId xmlns:a16="http://schemas.microsoft.com/office/drawing/2014/main" id="{8718695D-E27E-2023-326E-BDDE9F8620C7}"/>
                      </a:ext>
                    </a:extLst>
                  </p:cNvPr>
                  <p:cNvCxnSpPr>
                    <a:cxnSpLocks/>
                    <a:stCxn id="3206" idx="7"/>
                    <a:endCxn id="3208" idx="3"/>
                  </p:cNvCxnSpPr>
                  <p:nvPr/>
                </p:nvCxnSpPr>
                <p:spPr>
                  <a:xfrm flipV="1">
                    <a:off x="580446" y="407734"/>
                    <a:ext cx="116514" cy="12520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12" name="直接连接符 3211">
                    <a:extLst>
                      <a:ext uri="{FF2B5EF4-FFF2-40B4-BE49-F238E27FC236}">
                        <a16:creationId xmlns:a16="http://schemas.microsoft.com/office/drawing/2014/main" id="{41BAE08C-F512-890E-1B8D-4BB6D865B663}"/>
                      </a:ext>
                    </a:extLst>
                  </p:cNvPr>
                  <p:cNvCxnSpPr>
                    <a:cxnSpLocks/>
                    <a:stCxn id="3208" idx="5"/>
                    <a:endCxn id="3210" idx="1"/>
                  </p:cNvCxnSpPr>
                  <p:nvPr/>
                </p:nvCxnSpPr>
                <p:spPr>
                  <a:xfrm>
                    <a:off x="773328" y="407734"/>
                    <a:ext cx="114131" cy="12520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13" name="直接连接符 3212">
                    <a:extLst>
                      <a:ext uri="{FF2B5EF4-FFF2-40B4-BE49-F238E27FC236}">
                        <a16:creationId xmlns:a16="http://schemas.microsoft.com/office/drawing/2014/main" id="{563F039F-11D1-C681-77D7-45881919A78A}"/>
                      </a:ext>
                    </a:extLst>
                  </p:cNvPr>
                  <p:cNvCxnSpPr>
                    <a:cxnSpLocks/>
                    <a:stCxn id="3206" idx="5"/>
                    <a:endCxn id="3209" idx="1"/>
                  </p:cNvCxnSpPr>
                  <p:nvPr/>
                </p:nvCxnSpPr>
                <p:spPr>
                  <a:xfrm>
                    <a:off x="580446" y="609307"/>
                    <a:ext cx="116514" cy="12889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14" name="直接连接符 3213">
                    <a:extLst>
                      <a:ext uri="{FF2B5EF4-FFF2-40B4-BE49-F238E27FC236}">
                        <a16:creationId xmlns:a16="http://schemas.microsoft.com/office/drawing/2014/main" id="{5DE81C47-9104-C977-23B0-2D372E63BC38}"/>
                      </a:ext>
                    </a:extLst>
                  </p:cNvPr>
                  <p:cNvCxnSpPr>
                    <a:cxnSpLocks/>
                    <a:stCxn id="3210" idx="3"/>
                    <a:endCxn id="3209" idx="7"/>
                  </p:cNvCxnSpPr>
                  <p:nvPr/>
                </p:nvCxnSpPr>
                <p:spPr>
                  <a:xfrm flipH="1">
                    <a:off x="773328" y="609307"/>
                    <a:ext cx="114131" cy="128898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3204" name="直接连接符 3203">
                  <a:extLst>
                    <a:ext uri="{FF2B5EF4-FFF2-40B4-BE49-F238E27FC236}">
                      <a16:creationId xmlns:a16="http://schemas.microsoft.com/office/drawing/2014/main" id="{7852B3C5-DDAA-111B-13CD-781E699A56C9}"/>
                    </a:ext>
                  </a:extLst>
                </p:cNvPr>
                <p:cNvCxnSpPr>
                  <a:cxnSpLocks/>
                  <a:stCxn id="3205" idx="6"/>
                  <a:endCxn id="3208" idx="1"/>
                </p:cNvCxnSpPr>
                <p:nvPr/>
              </p:nvCxnSpPr>
              <p:spPr>
                <a:xfrm>
                  <a:off x="2501524" y="2003674"/>
                  <a:ext cx="192882" cy="34954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183" name="组合 3182">
                <a:extLst>
                  <a:ext uri="{FF2B5EF4-FFF2-40B4-BE49-F238E27FC236}">
                    <a16:creationId xmlns:a16="http://schemas.microsoft.com/office/drawing/2014/main" id="{AAE2F57C-9B9A-2EA4-E028-E5E73141FE97}"/>
                  </a:ext>
                </a:extLst>
              </p:cNvPr>
              <p:cNvGrpSpPr/>
              <p:nvPr/>
            </p:nvGrpSpPr>
            <p:grpSpPr>
              <a:xfrm>
                <a:off x="7002815" y="1017913"/>
                <a:ext cx="468000" cy="468000"/>
                <a:chOff x="2455456" y="919071"/>
                <a:chExt cx="583565" cy="587977"/>
              </a:xfrm>
            </p:grpSpPr>
            <p:grpSp>
              <p:nvGrpSpPr>
                <p:cNvPr id="3190" name="组合 3189">
                  <a:extLst>
                    <a:ext uri="{FF2B5EF4-FFF2-40B4-BE49-F238E27FC236}">
                      <a16:creationId xmlns:a16="http://schemas.microsoft.com/office/drawing/2014/main" id="{2D43AA63-25FF-F41D-9D06-1D41B5FBD1A8}"/>
                    </a:ext>
                  </a:extLst>
                </p:cNvPr>
                <p:cNvGrpSpPr/>
                <p:nvPr/>
              </p:nvGrpSpPr>
              <p:grpSpPr>
                <a:xfrm>
                  <a:off x="2455456" y="919071"/>
                  <a:ext cx="583565" cy="587977"/>
                  <a:chOff x="396078" y="242412"/>
                  <a:chExt cx="583565" cy="587977"/>
                </a:xfrm>
              </p:grpSpPr>
              <p:sp>
                <p:nvSpPr>
                  <p:cNvPr id="3193" name="流程图: 接点 167">
                    <a:extLst>
                      <a:ext uri="{FF2B5EF4-FFF2-40B4-BE49-F238E27FC236}">
                        <a16:creationId xmlns:a16="http://schemas.microsoft.com/office/drawing/2014/main" id="{70CC5BC8-EED5-B732-9719-6A08310457B5}"/>
                      </a:ext>
                    </a:extLst>
                  </p:cNvPr>
                  <p:cNvSpPr/>
                  <p:nvPr/>
                </p:nvSpPr>
                <p:spPr>
                  <a:xfrm>
                    <a:off x="396078" y="242412"/>
                    <a:ext cx="108000" cy="108000"/>
                  </a:xfrm>
                  <a:prstGeom prst="flowChartConnector">
                    <a:avLst/>
                  </a:prstGeom>
                  <a:solidFill>
                    <a:srgbClr val="C7E6F9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200" dirty="0">
                      <a:solidFill>
                        <a:schemeClr val="tx1"/>
                      </a:solidFill>
                      <a:latin typeface="Consolas" panose="020B0609020204030204" pitchFamily="49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194" name="流程图: 接点 167">
                    <a:extLst>
                      <a:ext uri="{FF2B5EF4-FFF2-40B4-BE49-F238E27FC236}">
                        <a16:creationId xmlns:a16="http://schemas.microsoft.com/office/drawing/2014/main" id="{876A62F9-B66E-5706-DEB7-C9E99F78FC9D}"/>
                      </a:ext>
                    </a:extLst>
                  </p:cNvPr>
                  <p:cNvSpPr/>
                  <p:nvPr/>
                </p:nvSpPr>
                <p:spPr>
                  <a:xfrm>
                    <a:off x="488262" y="517123"/>
                    <a:ext cx="108000" cy="108000"/>
                  </a:xfrm>
                  <a:prstGeom prst="flowChartConnector">
                    <a:avLst/>
                  </a:prstGeom>
                  <a:solidFill>
                    <a:srgbClr val="C7E6F9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200" dirty="0">
                      <a:solidFill>
                        <a:schemeClr val="tx1"/>
                      </a:solidFill>
                      <a:latin typeface="Consolas" panose="020B0609020204030204" pitchFamily="49" charset="0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3195" name="直接连接符 3194">
                    <a:extLst>
                      <a:ext uri="{FF2B5EF4-FFF2-40B4-BE49-F238E27FC236}">
                        <a16:creationId xmlns:a16="http://schemas.microsoft.com/office/drawing/2014/main" id="{CA70899B-ADDA-D2CB-BFC0-DF5C61A956A4}"/>
                      </a:ext>
                    </a:extLst>
                  </p:cNvPr>
                  <p:cNvCxnSpPr>
                    <a:cxnSpLocks/>
                    <a:stCxn id="3193" idx="4"/>
                    <a:endCxn id="3194" idx="1"/>
                  </p:cNvCxnSpPr>
                  <p:nvPr/>
                </p:nvCxnSpPr>
                <p:spPr>
                  <a:xfrm>
                    <a:off x="450078" y="350412"/>
                    <a:ext cx="54000" cy="182527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196" name="流程图: 接点 167">
                    <a:extLst>
                      <a:ext uri="{FF2B5EF4-FFF2-40B4-BE49-F238E27FC236}">
                        <a16:creationId xmlns:a16="http://schemas.microsoft.com/office/drawing/2014/main" id="{DD95E283-AD43-1297-B145-11DF19D8A0DC}"/>
                      </a:ext>
                    </a:extLst>
                  </p:cNvPr>
                  <p:cNvSpPr/>
                  <p:nvPr/>
                </p:nvSpPr>
                <p:spPr>
                  <a:xfrm>
                    <a:off x="681144" y="315550"/>
                    <a:ext cx="108000" cy="108000"/>
                  </a:xfrm>
                  <a:prstGeom prst="flowChartConnector">
                    <a:avLst/>
                  </a:prstGeom>
                  <a:solidFill>
                    <a:srgbClr val="C7E6F9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200" dirty="0">
                      <a:solidFill>
                        <a:schemeClr val="tx1"/>
                      </a:solidFill>
                      <a:latin typeface="Consolas" panose="020B0609020204030204" pitchFamily="49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197" name="流程图: 接点 167">
                    <a:extLst>
                      <a:ext uri="{FF2B5EF4-FFF2-40B4-BE49-F238E27FC236}">
                        <a16:creationId xmlns:a16="http://schemas.microsoft.com/office/drawing/2014/main" id="{539E1021-0BF0-1CE2-EE13-FC94977195D5}"/>
                      </a:ext>
                    </a:extLst>
                  </p:cNvPr>
                  <p:cNvSpPr/>
                  <p:nvPr/>
                </p:nvSpPr>
                <p:spPr>
                  <a:xfrm>
                    <a:off x="681144" y="722389"/>
                    <a:ext cx="108000" cy="108000"/>
                  </a:xfrm>
                  <a:prstGeom prst="flowChartConnector">
                    <a:avLst/>
                  </a:prstGeom>
                  <a:solidFill>
                    <a:srgbClr val="C7E6F9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200" dirty="0">
                      <a:solidFill>
                        <a:schemeClr val="tx1"/>
                      </a:solidFill>
                      <a:latin typeface="Consolas" panose="020B0609020204030204" pitchFamily="49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198" name="流程图: 接点 167">
                    <a:extLst>
                      <a:ext uri="{FF2B5EF4-FFF2-40B4-BE49-F238E27FC236}">
                        <a16:creationId xmlns:a16="http://schemas.microsoft.com/office/drawing/2014/main" id="{02A2178D-9EFF-EC88-5645-D19B14BF654E}"/>
                      </a:ext>
                    </a:extLst>
                  </p:cNvPr>
                  <p:cNvSpPr/>
                  <p:nvPr/>
                </p:nvSpPr>
                <p:spPr>
                  <a:xfrm>
                    <a:off x="871643" y="517123"/>
                    <a:ext cx="108000" cy="108000"/>
                  </a:xfrm>
                  <a:prstGeom prst="flowChartConnector">
                    <a:avLst/>
                  </a:prstGeom>
                  <a:solidFill>
                    <a:srgbClr val="C7E6F9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200" dirty="0">
                      <a:solidFill>
                        <a:schemeClr val="tx1"/>
                      </a:solidFill>
                      <a:latin typeface="Consolas" panose="020B0609020204030204" pitchFamily="49" charset="0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3199" name="直接连接符 3198">
                    <a:extLst>
                      <a:ext uri="{FF2B5EF4-FFF2-40B4-BE49-F238E27FC236}">
                        <a16:creationId xmlns:a16="http://schemas.microsoft.com/office/drawing/2014/main" id="{4483E593-0EBB-F585-2864-883C564D1147}"/>
                      </a:ext>
                    </a:extLst>
                  </p:cNvPr>
                  <p:cNvCxnSpPr>
                    <a:cxnSpLocks/>
                    <a:stCxn id="3194" idx="7"/>
                    <a:endCxn id="3196" idx="3"/>
                  </p:cNvCxnSpPr>
                  <p:nvPr/>
                </p:nvCxnSpPr>
                <p:spPr>
                  <a:xfrm flipV="1">
                    <a:off x="580446" y="407734"/>
                    <a:ext cx="116514" cy="12520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00" name="直接连接符 3199">
                    <a:extLst>
                      <a:ext uri="{FF2B5EF4-FFF2-40B4-BE49-F238E27FC236}">
                        <a16:creationId xmlns:a16="http://schemas.microsoft.com/office/drawing/2014/main" id="{DEB36C89-75CF-C13C-4FEA-D96A81DB05E6}"/>
                      </a:ext>
                    </a:extLst>
                  </p:cNvPr>
                  <p:cNvCxnSpPr>
                    <a:cxnSpLocks/>
                    <a:stCxn id="3196" idx="5"/>
                    <a:endCxn id="3198" idx="1"/>
                  </p:cNvCxnSpPr>
                  <p:nvPr/>
                </p:nvCxnSpPr>
                <p:spPr>
                  <a:xfrm>
                    <a:off x="773328" y="407734"/>
                    <a:ext cx="114131" cy="12520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01" name="直接连接符 3200">
                    <a:extLst>
                      <a:ext uri="{FF2B5EF4-FFF2-40B4-BE49-F238E27FC236}">
                        <a16:creationId xmlns:a16="http://schemas.microsoft.com/office/drawing/2014/main" id="{04064A9C-B5A5-BB6F-2C30-87E8AD648B78}"/>
                      </a:ext>
                    </a:extLst>
                  </p:cNvPr>
                  <p:cNvCxnSpPr>
                    <a:cxnSpLocks/>
                    <a:stCxn id="3194" idx="5"/>
                    <a:endCxn id="3197" idx="1"/>
                  </p:cNvCxnSpPr>
                  <p:nvPr/>
                </p:nvCxnSpPr>
                <p:spPr>
                  <a:xfrm>
                    <a:off x="580446" y="609307"/>
                    <a:ext cx="116514" cy="12889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02" name="直接连接符 3201">
                    <a:extLst>
                      <a:ext uri="{FF2B5EF4-FFF2-40B4-BE49-F238E27FC236}">
                        <a16:creationId xmlns:a16="http://schemas.microsoft.com/office/drawing/2014/main" id="{682382A3-8E78-C943-DCC6-80482BB4B9CF}"/>
                      </a:ext>
                    </a:extLst>
                  </p:cNvPr>
                  <p:cNvCxnSpPr>
                    <a:cxnSpLocks/>
                    <a:stCxn id="3198" idx="3"/>
                    <a:endCxn id="3197" idx="7"/>
                  </p:cNvCxnSpPr>
                  <p:nvPr/>
                </p:nvCxnSpPr>
                <p:spPr>
                  <a:xfrm flipH="1">
                    <a:off x="773328" y="609307"/>
                    <a:ext cx="114131" cy="128898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3191" name="直接连接符 3190">
                  <a:extLst>
                    <a:ext uri="{FF2B5EF4-FFF2-40B4-BE49-F238E27FC236}">
                      <a16:creationId xmlns:a16="http://schemas.microsoft.com/office/drawing/2014/main" id="{6B944305-F2CB-9301-E138-4D32DE68466D}"/>
                    </a:ext>
                  </a:extLst>
                </p:cNvPr>
                <p:cNvCxnSpPr>
                  <a:cxnSpLocks/>
                  <a:stCxn id="3196" idx="4"/>
                  <a:endCxn id="3197" idx="0"/>
                </p:cNvCxnSpPr>
                <p:nvPr/>
              </p:nvCxnSpPr>
              <p:spPr>
                <a:xfrm>
                  <a:off x="2794522" y="1100209"/>
                  <a:ext cx="0" cy="298839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192" name="直接连接符 3191">
                  <a:extLst>
                    <a:ext uri="{FF2B5EF4-FFF2-40B4-BE49-F238E27FC236}">
                      <a16:creationId xmlns:a16="http://schemas.microsoft.com/office/drawing/2014/main" id="{4BD7328B-36B8-C2B5-8566-E29ABD07AFD9}"/>
                    </a:ext>
                  </a:extLst>
                </p:cNvPr>
                <p:cNvCxnSpPr>
                  <a:cxnSpLocks/>
                  <a:stCxn id="3194" idx="6"/>
                  <a:endCxn id="3198" idx="2"/>
                </p:cNvCxnSpPr>
                <p:nvPr/>
              </p:nvCxnSpPr>
              <p:spPr>
                <a:xfrm>
                  <a:off x="2655640" y="1247782"/>
                  <a:ext cx="275381" cy="0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184" name="组合 3183">
                <a:extLst>
                  <a:ext uri="{FF2B5EF4-FFF2-40B4-BE49-F238E27FC236}">
                    <a16:creationId xmlns:a16="http://schemas.microsoft.com/office/drawing/2014/main" id="{4A128556-CFE9-C8FB-13D5-A9419D609DCA}"/>
                  </a:ext>
                </a:extLst>
              </p:cNvPr>
              <p:cNvGrpSpPr/>
              <p:nvPr/>
            </p:nvGrpSpPr>
            <p:grpSpPr>
              <a:xfrm>
                <a:off x="7867760" y="1103697"/>
                <a:ext cx="511200" cy="331661"/>
                <a:chOff x="5795896" y="3285523"/>
                <a:chExt cx="511200" cy="331661"/>
              </a:xfrm>
            </p:grpSpPr>
            <p:sp>
              <p:nvSpPr>
                <p:cNvPr id="3188" name="Google Shape;6790;p70">
                  <a:extLst>
                    <a:ext uri="{FF2B5EF4-FFF2-40B4-BE49-F238E27FC236}">
                      <a16:creationId xmlns:a16="http://schemas.microsoft.com/office/drawing/2014/main" id="{ECCFE317-EAB2-82DD-A227-EB14BFFED966}"/>
                    </a:ext>
                  </a:extLst>
                </p:cNvPr>
                <p:cNvSpPr/>
                <p:nvPr/>
              </p:nvSpPr>
              <p:spPr>
                <a:xfrm>
                  <a:off x="5857439" y="3376668"/>
                  <a:ext cx="303912" cy="240516"/>
                </a:xfrm>
                <a:prstGeom prst="cloud">
                  <a:avLst/>
                </a:prstGeom>
                <a:solidFill>
                  <a:schemeClr val="lt2"/>
                </a:solidFill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algn="ctr"/>
                  <a:endParaRPr sz="80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3189" name="Google Shape;6791;p70">
                  <a:extLst>
                    <a:ext uri="{FF2B5EF4-FFF2-40B4-BE49-F238E27FC236}">
                      <a16:creationId xmlns:a16="http://schemas.microsoft.com/office/drawing/2014/main" id="{8E08A015-21F6-7E1A-0F3F-F5CD42C469EB}"/>
                    </a:ext>
                  </a:extLst>
                </p:cNvPr>
                <p:cNvSpPr txBox="1"/>
                <p:nvPr/>
              </p:nvSpPr>
              <p:spPr>
                <a:xfrm>
                  <a:off x="5795896" y="3285523"/>
                  <a:ext cx="511200" cy="180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r>
                    <a:rPr lang="en" sz="1100" dirty="0">
                      <a:latin typeface="Consolas" panose="020B0609020204030204" pitchFamily="49" charset="0"/>
                    </a:rPr>
                    <a:t>...</a:t>
                  </a:r>
                  <a:endParaRPr sz="1100" dirty="0">
                    <a:latin typeface="Consolas" panose="020B0609020204030204" pitchFamily="49" charset="0"/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85" name="文本框 3184">
                    <a:extLst>
                      <a:ext uri="{FF2B5EF4-FFF2-40B4-BE49-F238E27FC236}">
                        <a16:creationId xmlns:a16="http://schemas.microsoft.com/office/drawing/2014/main" id="{58ED948D-4103-379D-E7C4-920679CDD5B1}"/>
                      </a:ext>
                    </a:extLst>
                  </p:cNvPr>
                  <p:cNvSpPr txBox="1"/>
                  <p:nvPr/>
                </p:nvSpPr>
                <p:spPr>
                  <a:xfrm>
                    <a:off x="7326493" y="912384"/>
                    <a:ext cx="442147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zh-CN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nor/>
                                </m:rPr>
                                <a:rPr lang="en-US" altLang="zh-CN" sz="1200" dirty="0">
                                  <a:solidFill>
                                    <a:srgbClr val="000000"/>
                                  </a:solidFill>
                                  <a:latin typeface="Consolas" panose="020B0609020204030204" pitchFamily="49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𝒢</m:t>
                              </m:r>
                            </m:e>
                            <m:sub>
                              <m:r>
                                <a:rPr lang="en-US" altLang="zh-CN" sz="1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𝑛𝑜𝑟𝑚</m:t>
                              </m:r>
                            </m:sub>
                            <m:sup>
                              <m:r>
                                <a:rPr lang="en-US" altLang="zh-CN" sz="12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zh-CN" altLang="en-US" sz="1200" dirty="0">
                      <a:latin typeface="Consolas" panose="020B0609020204030204" pitchFamily="49" charset="0"/>
                    </a:endParaRPr>
                  </a:p>
                </p:txBody>
              </p:sp>
            </mc:Choice>
            <mc:Fallback xmlns="">
              <p:sp>
                <p:nvSpPr>
                  <p:cNvPr id="3185" name="文本框 3184">
                    <a:extLst>
                      <a:ext uri="{FF2B5EF4-FFF2-40B4-BE49-F238E27FC236}">
                        <a16:creationId xmlns:a16="http://schemas.microsoft.com/office/drawing/2014/main" id="{58ED948D-4103-379D-E7C4-920679CDD5B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26493" y="912384"/>
                    <a:ext cx="442147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16667" b="-6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86" name="文本框 3185">
                    <a:extLst>
                      <a:ext uri="{FF2B5EF4-FFF2-40B4-BE49-F238E27FC236}">
                        <a16:creationId xmlns:a16="http://schemas.microsoft.com/office/drawing/2014/main" id="{5EDBFFC4-F224-11B0-1E9A-1A066FC4C2B3}"/>
                      </a:ext>
                    </a:extLst>
                  </p:cNvPr>
                  <p:cNvSpPr txBox="1"/>
                  <p:nvPr/>
                </p:nvSpPr>
                <p:spPr>
                  <a:xfrm>
                    <a:off x="8717280" y="912384"/>
                    <a:ext cx="442147" cy="280333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zh-CN" sz="1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nor/>
                                </m:rPr>
                                <a:rPr lang="en-US" altLang="zh-CN" sz="1200" dirty="0">
                                  <a:solidFill>
                                    <a:srgbClr val="000000"/>
                                  </a:solidFill>
                                  <a:latin typeface="Consolas" panose="020B0609020204030204" pitchFamily="49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𝒢</m:t>
                              </m:r>
                            </m:e>
                            <m:sub>
                              <m:r>
                                <a:rPr lang="en-US" altLang="zh-CN" sz="1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𝑛𝑜𝑟𝑚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CN" sz="1200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K</m:t>
                              </m:r>
                            </m:sup>
                          </m:sSubSup>
                        </m:oMath>
                      </m:oMathPara>
                    </a14:m>
                    <a:endParaRPr lang="zh-CN" altLang="en-US" sz="1200" dirty="0">
                      <a:latin typeface="Consolas" panose="020B0609020204030204" pitchFamily="49" charset="0"/>
                    </a:endParaRPr>
                  </a:p>
                </p:txBody>
              </p:sp>
            </mc:Choice>
            <mc:Fallback xmlns="">
              <p:sp>
                <p:nvSpPr>
                  <p:cNvPr id="3186" name="文本框 3185">
                    <a:extLst>
                      <a:ext uri="{FF2B5EF4-FFF2-40B4-BE49-F238E27FC236}">
                        <a16:creationId xmlns:a16="http://schemas.microsoft.com/office/drawing/2014/main" id="{5EDBFFC4-F224-11B0-1E9A-1A066FC4C2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717280" y="912384"/>
                    <a:ext cx="442147" cy="280333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16667" b="-434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187" name="矩形: 圆角 3186">
                <a:extLst>
                  <a:ext uri="{FF2B5EF4-FFF2-40B4-BE49-F238E27FC236}">
                    <a16:creationId xmlns:a16="http://schemas.microsoft.com/office/drawing/2014/main" id="{7C7C7C7A-7006-FA93-2D23-4DACB166D3D5}"/>
                  </a:ext>
                </a:extLst>
              </p:cNvPr>
              <p:cNvSpPr/>
              <p:nvPr/>
            </p:nvSpPr>
            <p:spPr>
              <a:xfrm>
                <a:off x="6783879" y="893377"/>
                <a:ext cx="2520000" cy="702921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3215" name="组合 3214">
              <a:extLst>
                <a:ext uri="{FF2B5EF4-FFF2-40B4-BE49-F238E27FC236}">
                  <a16:creationId xmlns:a16="http://schemas.microsoft.com/office/drawing/2014/main" id="{E733332D-A820-557F-A439-C2781BD157C9}"/>
                </a:ext>
              </a:extLst>
            </p:cNvPr>
            <p:cNvGrpSpPr/>
            <p:nvPr/>
          </p:nvGrpSpPr>
          <p:grpSpPr>
            <a:xfrm>
              <a:off x="5959113" y="3064242"/>
              <a:ext cx="1516481" cy="1146724"/>
              <a:chOff x="7709819" y="2800771"/>
              <a:chExt cx="1516481" cy="1146724"/>
            </a:xfrm>
          </p:grpSpPr>
          <p:grpSp>
            <p:nvGrpSpPr>
              <p:cNvPr id="3216" name="组合 3215">
                <a:extLst>
                  <a:ext uri="{FF2B5EF4-FFF2-40B4-BE49-F238E27FC236}">
                    <a16:creationId xmlns:a16="http://schemas.microsoft.com/office/drawing/2014/main" id="{CB65B586-4E5E-F3FB-743B-5C0461DAF16C}"/>
                  </a:ext>
                </a:extLst>
              </p:cNvPr>
              <p:cNvGrpSpPr/>
              <p:nvPr/>
            </p:nvGrpSpPr>
            <p:grpSpPr>
              <a:xfrm>
                <a:off x="7709819" y="2800771"/>
                <a:ext cx="1516481" cy="785812"/>
                <a:chOff x="6119845" y="490545"/>
                <a:chExt cx="1516481" cy="785812"/>
              </a:xfrm>
            </p:grpSpPr>
            <p:grpSp>
              <p:nvGrpSpPr>
                <p:cNvPr id="3218" name="组合 3217">
                  <a:extLst>
                    <a:ext uri="{FF2B5EF4-FFF2-40B4-BE49-F238E27FC236}">
                      <a16:creationId xmlns:a16="http://schemas.microsoft.com/office/drawing/2014/main" id="{134B25F2-F5C6-B644-0ABB-B0233DD1F214}"/>
                    </a:ext>
                  </a:extLst>
                </p:cNvPr>
                <p:cNvGrpSpPr/>
                <p:nvPr/>
              </p:nvGrpSpPr>
              <p:grpSpPr>
                <a:xfrm>
                  <a:off x="6119845" y="490545"/>
                  <a:ext cx="1516481" cy="785812"/>
                  <a:chOff x="1517232" y="214445"/>
                  <a:chExt cx="1516481" cy="785812"/>
                </a:xfrm>
              </p:grpSpPr>
              <p:sp>
                <p:nvSpPr>
                  <p:cNvPr id="3220" name="Freeform 31">
                    <a:extLst>
                      <a:ext uri="{FF2B5EF4-FFF2-40B4-BE49-F238E27FC236}">
                        <a16:creationId xmlns:a16="http://schemas.microsoft.com/office/drawing/2014/main" id="{9E2F0A24-7F1D-CF43-2173-3B70F2C3D71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2297022" y="214445"/>
                    <a:ext cx="720000" cy="720000"/>
                  </a:xfrm>
                  <a:custGeom>
                    <a:avLst/>
                    <a:gdLst>
                      <a:gd name="T0" fmla="*/ 900 w 901"/>
                      <a:gd name="T1" fmla="*/ 720 h 721"/>
                      <a:gd name="T2" fmla="*/ 805 w 901"/>
                      <a:gd name="T3" fmla="*/ 712 h 721"/>
                      <a:gd name="T4" fmla="*/ 758 w 901"/>
                      <a:gd name="T5" fmla="*/ 704 h 721"/>
                      <a:gd name="T6" fmla="*/ 711 w 901"/>
                      <a:gd name="T7" fmla="*/ 691 h 721"/>
                      <a:gd name="T8" fmla="*/ 663 w 901"/>
                      <a:gd name="T9" fmla="*/ 675 h 721"/>
                      <a:gd name="T10" fmla="*/ 615 w 901"/>
                      <a:gd name="T11" fmla="*/ 653 h 721"/>
                      <a:gd name="T12" fmla="*/ 568 w 901"/>
                      <a:gd name="T13" fmla="*/ 623 h 721"/>
                      <a:gd name="T14" fmla="*/ 473 w 901"/>
                      <a:gd name="T15" fmla="*/ 540 h 721"/>
                      <a:gd name="T16" fmla="*/ 378 w 901"/>
                      <a:gd name="T17" fmla="*/ 422 h 721"/>
                      <a:gd name="T18" fmla="*/ 284 w 901"/>
                      <a:gd name="T19" fmla="*/ 281 h 721"/>
                      <a:gd name="T20" fmla="*/ 236 w 901"/>
                      <a:gd name="T21" fmla="*/ 209 h 721"/>
                      <a:gd name="T22" fmla="*/ 189 w 901"/>
                      <a:gd name="T23" fmla="*/ 142 h 721"/>
                      <a:gd name="T24" fmla="*/ 142 w 901"/>
                      <a:gd name="T25" fmla="*/ 83 h 721"/>
                      <a:gd name="T26" fmla="*/ 94 w 901"/>
                      <a:gd name="T27" fmla="*/ 38 h 721"/>
                      <a:gd name="T28" fmla="*/ 47 w 901"/>
                      <a:gd name="T29" fmla="*/ 9 h 721"/>
                      <a:gd name="T30" fmla="*/ 0 w 901"/>
                      <a:gd name="T31" fmla="*/ 0 h 72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</a:cxnLst>
                    <a:rect l="0" t="0" r="r" b="b"/>
                    <a:pathLst>
                      <a:path w="901" h="721">
                        <a:moveTo>
                          <a:pt x="900" y="720"/>
                        </a:moveTo>
                        <a:lnTo>
                          <a:pt x="805" y="712"/>
                        </a:lnTo>
                        <a:lnTo>
                          <a:pt x="758" y="704"/>
                        </a:lnTo>
                        <a:lnTo>
                          <a:pt x="711" y="691"/>
                        </a:lnTo>
                        <a:lnTo>
                          <a:pt x="663" y="675"/>
                        </a:lnTo>
                        <a:lnTo>
                          <a:pt x="615" y="653"/>
                        </a:lnTo>
                        <a:lnTo>
                          <a:pt x="568" y="623"/>
                        </a:lnTo>
                        <a:lnTo>
                          <a:pt x="473" y="540"/>
                        </a:lnTo>
                        <a:lnTo>
                          <a:pt x="378" y="422"/>
                        </a:lnTo>
                        <a:lnTo>
                          <a:pt x="284" y="281"/>
                        </a:lnTo>
                        <a:lnTo>
                          <a:pt x="236" y="209"/>
                        </a:lnTo>
                        <a:lnTo>
                          <a:pt x="189" y="142"/>
                        </a:lnTo>
                        <a:lnTo>
                          <a:pt x="142" y="83"/>
                        </a:lnTo>
                        <a:lnTo>
                          <a:pt x="94" y="38"/>
                        </a:lnTo>
                        <a:lnTo>
                          <a:pt x="47" y="9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50800" cap="rnd" cmpd="sng">
                    <a:solidFill>
                      <a:srgbClr val="FF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>
                      <a:latin typeface="Consolas" panose="020B0609020204030204" pitchFamily="49" charset="0"/>
                    </a:endParaRPr>
                  </a:p>
                </p:txBody>
              </p:sp>
              <p:sp>
                <p:nvSpPr>
                  <p:cNvPr id="3221" name="Freeform 32">
                    <a:extLst>
                      <a:ext uri="{FF2B5EF4-FFF2-40B4-BE49-F238E27FC236}">
                        <a16:creationId xmlns:a16="http://schemas.microsoft.com/office/drawing/2014/main" id="{8817599C-A703-7571-4EAD-C3B4CEBAC4B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1556729" y="214445"/>
                    <a:ext cx="720000" cy="720000"/>
                  </a:xfrm>
                  <a:custGeom>
                    <a:avLst/>
                    <a:gdLst>
                      <a:gd name="T0" fmla="*/ 0 w 901"/>
                      <a:gd name="T1" fmla="*/ 720 h 721"/>
                      <a:gd name="T2" fmla="*/ 95 w 901"/>
                      <a:gd name="T3" fmla="*/ 712 h 721"/>
                      <a:gd name="T4" fmla="*/ 142 w 901"/>
                      <a:gd name="T5" fmla="*/ 704 h 721"/>
                      <a:gd name="T6" fmla="*/ 189 w 901"/>
                      <a:gd name="T7" fmla="*/ 691 h 721"/>
                      <a:gd name="T8" fmla="*/ 237 w 901"/>
                      <a:gd name="T9" fmla="*/ 675 h 721"/>
                      <a:gd name="T10" fmla="*/ 284 w 901"/>
                      <a:gd name="T11" fmla="*/ 653 h 721"/>
                      <a:gd name="T12" fmla="*/ 331 w 901"/>
                      <a:gd name="T13" fmla="*/ 623 h 721"/>
                      <a:gd name="T14" fmla="*/ 426 w 901"/>
                      <a:gd name="T15" fmla="*/ 540 h 721"/>
                      <a:gd name="T16" fmla="*/ 521 w 901"/>
                      <a:gd name="T17" fmla="*/ 422 h 721"/>
                      <a:gd name="T18" fmla="*/ 616 w 901"/>
                      <a:gd name="T19" fmla="*/ 281 h 721"/>
                      <a:gd name="T20" fmla="*/ 663 w 901"/>
                      <a:gd name="T21" fmla="*/ 209 h 721"/>
                      <a:gd name="T22" fmla="*/ 710 w 901"/>
                      <a:gd name="T23" fmla="*/ 142 h 721"/>
                      <a:gd name="T24" fmla="*/ 757 w 901"/>
                      <a:gd name="T25" fmla="*/ 83 h 721"/>
                      <a:gd name="T26" fmla="*/ 805 w 901"/>
                      <a:gd name="T27" fmla="*/ 38 h 721"/>
                      <a:gd name="T28" fmla="*/ 852 w 901"/>
                      <a:gd name="T29" fmla="*/ 9 h 721"/>
                      <a:gd name="T30" fmla="*/ 900 w 901"/>
                      <a:gd name="T31" fmla="*/ 0 h 72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</a:cxnLst>
                    <a:rect l="0" t="0" r="r" b="b"/>
                    <a:pathLst>
                      <a:path w="901" h="721">
                        <a:moveTo>
                          <a:pt x="0" y="720"/>
                        </a:moveTo>
                        <a:lnTo>
                          <a:pt x="95" y="712"/>
                        </a:lnTo>
                        <a:lnTo>
                          <a:pt x="142" y="704"/>
                        </a:lnTo>
                        <a:lnTo>
                          <a:pt x="189" y="691"/>
                        </a:lnTo>
                        <a:lnTo>
                          <a:pt x="237" y="675"/>
                        </a:lnTo>
                        <a:lnTo>
                          <a:pt x="284" y="653"/>
                        </a:lnTo>
                        <a:lnTo>
                          <a:pt x="331" y="623"/>
                        </a:lnTo>
                        <a:lnTo>
                          <a:pt x="426" y="540"/>
                        </a:lnTo>
                        <a:lnTo>
                          <a:pt x="521" y="422"/>
                        </a:lnTo>
                        <a:lnTo>
                          <a:pt x="616" y="281"/>
                        </a:lnTo>
                        <a:lnTo>
                          <a:pt x="663" y="209"/>
                        </a:lnTo>
                        <a:lnTo>
                          <a:pt x="710" y="142"/>
                        </a:lnTo>
                        <a:lnTo>
                          <a:pt x="757" y="83"/>
                        </a:lnTo>
                        <a:lnTo>
                          <a:pt x="805" y="38"/>
                        </a:lnTo>
                        <a:lnTo>
                          <a:pt x="852" y="9"/>
                        </a:lnTo>
                        <a:lnTo>
                          <a:pt x="900" y="0"/>
                        </a:lnTo>
                      </a:path>
                    </a:pathLst>
                  </a:custGeom>
                  <a:noFill/>
                  <a:ln w="50800" cap="rnd" cmpd="sng">
                    <a:solidFill>
                      <a:srgbClr val="FF0000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>
                      <a:latin typeface="Consolas" panose="020B0609020204030204" pitchFamily="49" charset="0"/>
                    </a:endParaRPr>
                  </a:p>
                </p:txBody>
              </p:sp>
              <p:cxnSp>
                <p:nvCxnSpPr>
                  <p:cNvPr id="3222" name="直接连接符 3221">
                    <a:extLst>
                      <a:ext uri="{FF2B5EF4-FFF2-40B4-BE49-F238E27FC236}">
                        <a16:creationId xmlns:a16="http://schemas.microsoft.com/office/drawing/2014/main" id="{74F85863-731E-6C03-70D6-9E8B860D27A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04165" y="309561"/>
                    <a:ext cx="0" cy="626693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23" name="直接连接符 3222">
                    <a:extLst>
                      <a:ext uri="{FF2B5EF4-FFF2-40B4-BE49-F238E27FC236}">
                        <a16:creationId xmlns:a16="http://schemas.microsoft.com/office/drawing/2014/main" id="{E3D6E1D8-A6A1-B380-849F-1CADE17AFCB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517232" y="1000257"/>
                    <a:ext cx="1516481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224" name="Line 3">
                    <a:extLst>
                      <a:ext uri="{FF2B5EF4-FFF2-40B4-BE49-F238E27FC236}">
                        <a16:creationId xmlns:a16="http://schemas.microsoft.com/office/drawing/2014/main" id="{166D8D7B-823D-C40F-7E97-45FCB59FA06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011285" y="651433"/>
                    <a:ext cx="262719" cy="0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prstDash val="dash"/>
                    <a:round/>
                    <a:headEnd type="arrow" w="med" len="med"/>
                    <a:tailEnd type="arrow" w="med" len="med"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>
                      <a:latin typeface="Consolas" panose="020B0609020204030204" pitchFamily="49" charset="0"/>
                    </a:endParaRPr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19" name="文本框 3218">
                      <a:extLst>
                        <a:ext uri="{FF2B5EF4-FFF2-40B4-BE49-F238E27FC236}">
                          <a16:creationId xmlns:a16="http://schemas.microsoft.com/office/drawing/2014/main" id="{A1A7928C-753A-AD9C-6F89-9802E5DECDE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30432" y="1010439"/>
                      <a:ext cx="541430" cy="19684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zh-CN" altLang="en-US" sz="1200" i="1" dirty="0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zh-CN" altLang="en-US" sz="1200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zh-CN" altLang="en-US" sz="1200" i="1" dirty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b>
                              <m:sup>
                                <m:r>
                                  <a:rPr lang="zh-CN" altLang="en-US" sz="1200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zh-CN" sz="1200" i="1" dirty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altLang="zh-CN" sz="12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DengXian" panose="02010600030101010101" pitchFamily="2" charset="-122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nor/>
                                  </m:rPr>
                                  <a:rPr lang="en-US" altLang="zh-CN" sz="1200" dirty="0">
                                    <a:solidFill>
                                      <a:srgbClr val="000000"/>
                                    </a:solidFill>
                                    <a:latin typeface="Consolas" panose="020B0609020204030204" pitchFamily="49" charset="0"/>
                                    <a:ea typeface="DengXian" panose="02010600030101010101" pitchFamily="2" charset="-122"/>
                                    <a:cs typeface="Times New Roman" panose="02020603050405020304" pitchFamily="18" charset="0"/>
                                  </a:rPr>
                                  <m:t>𝒢</m:t>
                                </m:r>
                              </m:e>
                              <m:sub>
                                <m:r>
                                  <a:rPr lang="en-US" altLang="zh-CN" sz="12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DengXian" panose="02010600030101010101" pitchFamily="2" charset="-122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CN" sz="1200" i="1" dirty="0"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zh-CN" altLang="en-US" sz="1200" dirty="0">
                        <a:latin typeface="Consolas" panose="020B0609020204030204" pitchFamily="49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219" name="文本框 3218">
                      <a:extLst>
                        <a:ext uri="{FF2B5EF4-FFF2-40B4-BE49-F238E27FC236}">
                          <a16:creationId xmlns:a16="http://schemas.microsoft.com/office/drawing/2014/main" id="{A1A7928C-753A-AD9C-6F89-9802E5DECD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30432" y="1010439"/>
                      <a:ext cx="541430" cy="19684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r="-5682" b="-375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17" name="文本框 3216">
                    <a:extLst>
                      <a:ext uri="{FF2B5EF4-FFF2-40B4-BE49-F238E27FC236}">
                        <a16:creationId xmlns:a16="http://schemas.microsoft.com/office/drawing/2014/main" id="{8331B52F-A886-E003-8D62-DE6EB37C518C}"/>
                      </a:ext>
                    </a:extLst>
                  </p:cNvPr>
                  <p:cNvSpPr txBox="1"/>
                  <p:nvPr/>
                </p:nvSpPr>
                <p:spPr>
                  <a:xfrm>
                    <a:off x="8196365" y="3554952"/>
                    <a:ext cx="642349" cy="392543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>
                      <a:lnSpc>
                        <a:spcPct val="107000"/>
                      </a:lnSpc>
                      <a:spcAft>
                        <a:spcPts val="800"/>
                      </a:spcAft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altLang="zh-CN" sz="1200" dirty="0">
                                  <a:solidFill>
                                    <a:srgbClr val="000000"/>
                                  </a:solidFill>
                                  <a:latin typeface="Consolas" panose="020B0609020204030204" pitchFamily="49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𝒢</m:t>
                              </m:r>
                            </m:e>
                            <m:sub>
                              <m:r>
                                <a:rPr lang="en-US" altLang="zh-CN" sz="1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zh-CN" sz="1200" dirty="0">
                      <a:latin typeface="Consolas" panose="020B0609020204030204" pitchFamily="49" charset="0"/>
                      <a:ea typeface="DengXian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3217" name="文本框 3216">
                    <a:extLst>
                      <a:ext uri="{FF2B5EF4-FFF2-40B4-BE49-F238E27FC236}">
                        <a16:creationId xmlns:a16="http://schemas.microsoft.com/office/drawing/2014/main" id="{8331B52F-A886-E003-8D62-DE6EB37C518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96365" y="3554952"/>
                    <a:ext cx="642349" cy="392543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25" name="文本框 3224">
                  <a:extLst>
                    <a:ext uri="{FF2B5EF4-FFF2-40B4-BE49-F238E27FC236}">
                      <a16:creationId xmlns:a16="http://schemas.microsoft.com/office/drawing/2014/main" id="{4C325AD1-6444-F956-544A-E4BECADFFA9D}"/>
                    </a:ext>
                  </a:extLst>
                </p:cNvPr>
                <p:cNvSpPr txBox="1"/>
                <p:nvPr/>
              </p:nvSpPr>
              <p:spPr>
                <a:xfrm>
                  <a:off x="8290775" y="1521422"/>
                  <a:ext cx="2147707" cy="50860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i="1">
                              <a:latin typeface="Cambria Math" panose="02040503050406030204" pitchFamily="18" charset="0"/>
                            </a:rPr>
                            <m:t>𝒫</m:t>
                          </m:r>
                        </m:e>
                        <m:sub>
                          <m:r>
                            <a:rPr lang="en-US" altLang="zh-CN" sz="1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𝑛𝑜𝑟𝑚</m:t>
                          </m:r>
                        </m:sub>
                      </m:sSub>
                    </m:oMath>
                  </a14:m>
                  <a:r>
                    <a:rPr lang="zh-CN" altLang="en-US" sz="1200" dirty="0">
                      <a:latin typeface="Consolas" panose="020B0609020204030204" pitchFamily="49" charset="0"/>
                    </a:rPr>
                    <a:t> ≈ </a:t>
                  </a:r>
                  <a14:m>
                    <m:oMath xmlns:m="http://schemas.openxmlformats.org/officeDocument/2006/math">
                      <m:f>
                        <m:fPr>
                          <m:ctrlPr>
                            <a:rPr lang="en-US" altLang="zh-CN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CN" sz="1200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5"/>
                                </m:rPr>
                                <a:rPr lang="en-US" altLang="zh-CN" sz="1200" i="1" dirty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en-US" altLang="zh-CN" sz="1200" i="1" dirty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CN" sz="1200" i="1" dirty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altLang="zh-CN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nor/>
                                    </m:rPr>
                                    <a:rPr lang="en-US" altLang="zh-CN" sz="1200" dirty="0">
                                      <a:solidFill>
                                        <a:srgbClr val="000000"/>
                                      </a:solidFill>
                                      <a:latin typeface="Consolas" panose="020B0609020204030204" pitchFamily="49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𝒢</m:t>
                                  </m:r>
                                </m:e>
                                <m:sub>
                                  <m:r>
                                    <a:rPr lang="en-US" altLang="zh-CN" sz="1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𝑛𝑜𝑟𝑚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CN" sz="1200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j</m:t>
                                  </m:r>
                                </m:sup>
                              </m:sSubSup>
                              <m:r>
                                <a:rPr lang="en-US" altLang="zh-CN" sz="1200" i="1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bSup>
                                <m:sSubSupPr>
                                  <m:ctrlPr>
                                    <a:rPr lang="zh-CN" altLang="en-US" sz="1200" i="1" dirty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zh-CN" altLang="en-US" sz="12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zh-CN" altLang="en-US" sz="1200" i="1" dirty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  <m:sup>
                                  <m:r>
                                    <a:rPr lang="zh-CN" altLang="en-US" sz="1200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zh-CN" sz="12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Sup>
                                <m:sSubSupPr>
                                  <m:ctrlPr>
                                    <a:rPr lang="en-US" altLang="zh-CN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nor/>
                                    </m:rPr>
                                    <a:rPr lang="en-US" altLang="zh-CN" sz="1200" dirty="0">
                                      <a:solidFill>
                                        <a:srgbClr val="000000"/>
                                      </a:solidFill>
                                      <a:latin typeface="Consolas" panose="020B0609020204030204" pitchFamily="49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𝒢</m:t>
                                  </m:r>
                                </m:e>
                                <m:sub>
                                  <m:r>
                                    <a:rPr lang="en-US" altLang="zh-CN" sz="1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𝑛𝑜𝑟𝑚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CN" sz="1200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j</m:t>
                                  </m:r>
                                </m:sup>
                              </m:sSubSup>
                              <m:r>
                                <a:rPr lang="en-US" altLang="zh-CN" sz="12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CN" sz="1200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5"/>
                                </m:rPr>
                                <a:rPr lang="en-US" altLang="zh-CN" sz="1200" i="1" dirty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en-US" altLang="zh-CN" sz="1200" i="1" dirty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CN" sz="1200" i="1" dirty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sup>
                            <m:e>
                              <m:r>
                                <a:rPr lang="en-US" altLang="zh-CN" sz="1200" i="1">
                                  <a:latin typeface="Cambria Math" panose="02040503050406030204" pitchFamily="18" charset="0"/>
                                </a:rPr>
                                <m:t>1/</m:t>
                              </m:r>
                              <m:sSubSup>
                                <m:sSubSupPr>
                                  <m:ctrlPr>
                                    <a:rPr lang="zh-CN" altLang="en-US" sz="1200" i="1" dirty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zh-CN" altLang="en-US" sz="12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zh-CN" altLang="en-US" sz="1200" i="1" dirty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  <m:sup>
                                  <m:r>
                                    <a:rPr lang="zh-CN" altLang="en-US" sz="1200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zh-CN" sz="12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Sup>
                                <m:sSubSupPr>
                                  <m:ctrlPr>
                                    <a:rPr lang="en-US" altLang="zh-CN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nor/>
                                    </m:rPr>
                                    <a:rPr lang="en-US" altLang="zh-CN" sz="1200" dirty="0">
                                      <a:solidFill>
                                        <a:srgbClr val="000000"/>
                                      </a:solidFill>
                                      <a:latin typeface="Consolas" panose="020B0609020204030204" pitchFamily="49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𝒢</m:t>
                                  </m:r>
                                </m:e>
                                <m:sub>
                                  <m:r>
                                    <a:rPr lang="en-US" altLang="zh-CN" sz="1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𝑛𝑜𝑟𝑚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CN" sz="1200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j</m:t>
                                  </m:r>
                                </m:sup>
                              </m:sSubSup>
                              <m:r>
                                <a:rPr lang="en-US" altLang="zh-CN" sz="12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den>
                      </m:f>
                    </m:oMath>
                  </a14:m>
                  <a:endParaRPr lang="zh-CN" altLang="en-US" sz="1200" dirty="0">
                    <a:latin typeface="Consolas" panose="020B0609020204030204" pitchFamily="49" charset="0"/>
                  </a:endParaRPr>
                </a:p>
              </p:txBody>
            </p:sp>
          </mc:Choice>
          <mc:Fallback>
            <p:sp>
              <p:nvSpPr>
                <p:cNvPr id="3225" name="文本框 3224">
                  <a:extLst>
                    <a:ext uri="{FF2B5EF4-FFF2-40B4-BE49-F238E27FC236}">
                      <a16:creationId xmlns:a16="http://schemas.microsoft.com/office/drawing/2014/main" id="{4C325AD1-6444-F956-544A-E4BECADFFA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0775" y="1521422"/>
                  <a:ext cx="2147707" cy="508601"/>
                </a:xfrm>
                <a:prstGeom prst="rect">
                  <a:avLst/>
                </a:prstGeom>
                <a:blipFill>
                  <a:blip r:embed="rId12"/>
                  <a:stretch>
                    <a:fillRect t="-31325" b="-5662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26" name="文本框 3225">
                  <a:extLst>
                    <a:ext uri="{FF2B5EF4-FFF2-40B4-BE49-F238E27FC236}">
                      <a16:creationId xmlns:a16="http://schemas.microsoft.com/office/drawing/2014/main" id="{C6266ECE-1788-F68D-C847-B010BE7F75FC}"/>
                    </a:ext>
                  </a:extLst>
                </p:cNvPr>
                <p:cNvSpPr txBox="1"/>
                <p:nvPr/>
              </p:nvSpPr>
              <p:spPr>
                <a:xfrm>
                  <a:off x="6030435" y="2615296"/>
                  <a:ext cx="1247320" cy="36875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𝒫</m:t>
                            </m:r>
                          </m:e>
                          <m:sub>
                            <m:r>
                              <a:rPr lang="en-US" altLang="zh-CN" sz="12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𝑛𝑜𝑟𝑚</m:t>
                            </m:r>
                          </m:sub>
                        </m:sSub>
                        <m:r>
                          <a:rPr lang="en-US" altLang="zh-CN" sz="12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~</m:t>
                        </m:r>
                        <m:r>
                          <m:rPr>
                            <m:nor/>
                          </m:rPr>
                          <a:rPr lang="en-US" altLang="zh-CN" sz="1200">
                            <a:latin typeface="Consolas" panose="020B0609020204030204" pitchFamily="49" charset="0"/>
                          </a:rPr>
                          <m:t>𝒩</m:t>
                        </m:r>
                        <m:d>
                          <m:dPr>
                            <m:ctrlPr>
                              <a:rPr lang="en-US" altLang="zh-CN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1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DengXian" panose="02010600030101010101" pitchFamily="2" charset="-122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nor/>
                                  </m:rPr>
                                  <a:rPr lang="en-US" altLang="zh-CN" sz="1200" dirty="0">
                                    <a:solidFill>
                                      <a:srgbClr val="000000"/>
                                    </a:solidFill>
                                    <a:latin typeface="Consolas" panose="020B0609020204030204" pitchFamily="49" charset="0"/>
                                    <a:ea typeface="DengXian" panose="02010600030101010101" pitchFamily="2" charset="-122"/>
                                    <a:cs typeface="Times New Roman" panose="02020603050405020304" pitchFamily="18" charset="0"/>
                                  </a:rPr>
                                  <m:t>𝒢</m:t>
                                </m:r>
                              </m:e>
                              <m:sub>
                                <m:r>
                                  <a:rPr lang="en-US" altLang="zh-CN" sz="12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DengXian" panose="02010600030101010101" pitchFamily="2" charset="-122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CN" sz="12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zh-CN" altLang="en-US" sz="1200" i="1" dirty="0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zh-CN" altLang="en-US" sz="1200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zh-CN" altLang="en-US" sz="1200" i="1" dirty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b>
                              <m:sup>
                                <m:r>
                                  <a:rPr lang="zh-CN" altLang="en-US" sz="12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CN" sz="12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sz="1200" i="1" dirty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  <a:ea typeface="DengXian" panose="02010600030101010101" pitchFamily="2" charset="-122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altLang="zh-CN" sz="1200" dirty="0">
                                        <a:solidFill>
                                          <a:srgbClr val="000000"/>
                                        </a:solidFill>
                                        <a:latin typeface="Consolas" panose="020B0609020204030204" pitchFamily="49" charset="0"/>
                                        <a:ea typeface="DengXian" panose="02010600030101010101" pitchFamily="2" charset="-122"/>
                                        <a:cs typeface="Times New Roman" panose="02020603050405020304" pitchFamily="18" charset="0"/>
                                      </a:rPr>
                                      <m:t>𝒢</m:t>
                                    </m:r>
                                  </m:e>
                                  <m:sub>
                                    <m:r>
                                      <a:rPr lang="en-US" altLang="zh-CN" sz="1200" i="1" dirty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  <a:ea typeface="DengXian" panose="02010600030101010101" pitchFamily="2" charset="-122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oMath>
                    </m:oMathPara>
                  </a14:m>
                  <a:endParaRPr lang="en-US" altLang="zh-CN" sz="1200" dirty="0">
                    <a:latin typeface="Consolas" panose="020B0609020204030204" pitchFamily="49" charset="0"/>
                  </a:endParaRPr>
                </a:p>
              </p:txBody>
            </p:sp>
          </mc:Choice>
          <mc:Fallback>
            <p:sp>
              <p:nvSpPr>
                <p:cNvPr id="3226" name="文本框 3225">
                  <a:extLst>
                    <a:ext uri="{FF2B5EF4-FFF2-40B4-BE49-F238E27FC236}">
                      <a16:creationId xmlns:a16="http://schemas.microsoft.com/office/drawing/2014/main" id="{C6266ECE-1788-F68D-C847-B010BE7F75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30435" y="2615296"/>
                  <a:ext cx="1247320" cy="368755"/>
                </a:xfrm>
                <a:prstGeom prst="rect">
                  <a:avLst/>
                </a:prstGeom>
                <a:blipFill>
                  <a:blip r:embed="rId13"/>
                  <a:stretch>
                    <a:fillRect r="-1266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27" name="文本框 3226">
                  <a:extLst>
                    <a:ext uri="{FF2B5EF4-FFF2-40B4-BE49-F238E27FC236}">
                      <a16:creationId xmlns:a16="http://schemas.microsoft.com/office/drawing/2014/main" id="{C8BF5094-9A23-14FE-32C7-26EB37DAAC52}"/>
                    </a:ext>
                  </a:extLst>
                </p:cNvPr>
                <p:cNvSpPr txBox="1"/>
                <p:nvPr/>
              </p:nvSpPr>
              <p:spPr>
                <a:xfrm>
                  <a:off x="8850294" y="2799384"/>
                  <a:ext cx="1862564" cy="1846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zh-CN" altLang="en-US" sz="1200">
                                <a:latin typeface="Consolas" panose="020B0609020204030204" pitchFamily="49" charset="0"/>
                              </a:rPr>
                              <m:t>𝓛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CN" sz="120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en-US" altLang="zh-CN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CN" sz="12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m:rPr>
                                <m:sty m:val="p"/>
                              </m:rPr>
                              <a:rPr lang="en-US" altLang="zh-CN" sz="1200">
                                <a:latin typeface="Cambria Math" panose="02040503050406030204" pitchFamily="18" charset="0"/>
                              </a:rPr>
                              <m:t>p</m:t>
                            </m:r>
                            <m:r>
                              <a:rPr lang="en-US" altLang="zh-CN" sz="1200">
                                <a:latin typeface="Cambria Math" panose="02040503050406030204" pitchFamily="18" charset="0"/>
                              </a:rPr>
                              <m:t> (</m:t>
                            </m:r>
                            <m:sSub>
                              <m:sSubPr>
                                <m:ctrlPr>
                                  <a:rPr lang="en-US" altLang="zh-CN" sz="12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</a:rPr>
                                  <m:t>𝒫</m:t>
                                </m:r>
                              </m:e>
                              <m:sub>
                                <m:r>
                                  <a:rPr lang="en-US" altLang="zh-CN" sz="12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𝑛𝑜𝑟𝑚</m:t>
                                </m:r>
                              </m:sub>
                            </m:sSub>
                            <m:r>
                              <a:rPr lang="en-US" altLang="zh-CN" sz="1200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|</m:t>
                            </m:r>
                            <m:sSub>
                              <m:sSubPr>
                                <m:ctrlPr>
                                  <a:rPr lang="en-US" altLang="zh-CN" sz="1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DengXian" panose="02010600030101010101" pitchFamily="2" charset="-122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nor/>
                                  </m:rPr>
                                  <a:rPr lang="en-US" altLang="zh-CN" sz="1200" dirty="0">
                                    <a:solidFill>
                                      <a:srgbClr val="000000"/>
                                    </a:solidFill>
                                    <a:latin typeface="Consolas" panose="020B0609020204030204" pitchFamily="49" charset="0"/>
                                    <a:ea typeface="DengXian" panose="02010600030101010101" pitchFamily="2" charset="-122"/>
                                    <a:cs typeface="Times New Roman" panose="02020603050405020304" pitchFamily="18" charset="0"/>
                                  </a:rPr>
                                  <m:t>𝒢</m:t>
                                </m:r>
                              </m:e>
                              <m:sub>
                                <m:r>
                                  <a:rPr lang="en-US" altLang="zh-CN" sz="12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DengXian" panose="02010600030101010101" pitchFamily="2" charset="-122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CN" sz="1200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zh-CN" altLang="en-US" sz="1200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en-US" altLang="zh-CN" sz="120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oMath>
                    </m:oMathPara>
                  </a14:m>
                  <a:endParaRPr lang="zh-CN" altLang="en-US" sz="1200" dirty="0">
                    <a:latin typeface="Consolas" panose="020B0609020204030204" pitchFamily="49" charset="0"/>
                  </a:endParaRPr>
                </a:p>
              </p:txBody>
            </p:sp>
          </mc:Choice>
          <mc:Fallback>
            <p:sp>
              <p:nvSpPr>
                <p:cNvPr id="3227" name="文本框 3226">
                  <a:extLst>
                    <a:ext uri="{FF2B5EF4-FFF2-40B4-BE49-F238E27FC236}">
                      <a16:creationId xmlns:a16="http://schemas.microsoft.com/office/drawing/2014/main" id="{C8BF5094-9A23-14FE-32C7-26EB37DAAC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50294" y="2799384"/>
                  <a:ext cx="1862564" cy="184666"/>
                </a:xfrm>
                <a:prstGeom prst="rect">
                  <a:avLst/>
                </a:prstGeom>
                <a:blipFill>
                  <a:blip r:embed="rId14"/>
                  <a:stretch>
                    <a:fillRect b="-3871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28" name="Google Shape;6214;p62">
              <a:extLst>
                <a:ext uri="{FF2B5EF4-FFF2-40B4-BE49-F238E27FC236}">
                  <a16:creationId xmlns:a16="http://schemas.microsoft.com/office/drawing/2014/main" id="{83F2942E-988E-F558-60AA-B803DA05FB54}"/>
                </a:ext>
              </a:extLst>
            </p:cNvPr>
            <p:cNvCxnSpPr>
              <a:cxnSpLocks/>
            </p:cNvCxnSpPr>
            <p:nvPr/>
          </p:nvCxnSpPr>
          <p:spPr>
            <a:xfrm>
              <a:off x="7821628" y="2843641"/>
              <a:ext cx="1060801" cy="0"/>
            </a:xfrm>
            <a:prstGeom prst="straightConnector1">
              <a:avLst/>
            </a:prstGeom>
            <a:noFill/>
            <a:ln w="12700" cap="flat" cmpd="sng">
              <a:solidFill>
                <a:schemeClr val="tx1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cxnSp>
          <p:nvCxnSpPr>
            <p:cNvPr id="3229" name="Google Shape;6214;p62">
              <a:extLst>
                <a:ext uri="{FF2B5EF4-FFF2-40B4-BE49-F238E27FC236}">
                  <a16:creationId xmlns:a16="http://schemas.microsoft.com/office/drawing/2014/main" id="{7BB63809-9D33-5A65-A23B-FACF43CB27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27477" y="2984054"/>
              <a:ext cx="1062000" cy="0"/>
            </a:xfrm>
            <a:prstGeom prst="straightConnector1">
              <a:avLst/>
            </a:prstGeom>
            <a:noFill/>
            <a:ln w="12700" cap="flat" cmpd="sng">
              <a:solidFill>
                <a:schemeClr val="accent5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3230" name="文本框 3229">
              <a:extLst>
                <a:ext uri="{FF2B5EF4-FFF2-40B4-BE49-F238E27FC236}">
                  <a16:creationId xmlns:a16="http://schemas.microsoft.com/office/drawing/2014/main" id="{ADD5A60A-807E-6F84-ED2B-932EC14A3145}"/>
                </a:ext>
              </a:extLst>
            </p:cNvPr>
            <p:cNvSpPr txBox="1"/>
            <p:nvPr/>
          </p:nvSpPr>
          <p:spPr>
            <a:xfrm>
              <a:off x="7474120" y="3006817"/>
              <a:ext cx="169347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1200" dirty="0">
                  <a:latin typeface="Consolas" panose="020B0609020204030204" pitchFamily="49" charset="0"/>
                  <a:cs typeface="Times New Roman" panose="02020603050405020304" pitchFamily="18" charset="0"/>
                </a:rPr>
                <a:t>Back Propagation</a:t>
              </a:r>
              <a:endParaRPr lang="zh-CN" altLang="en-US" sz="1200" dirty="0">
                <a:latin typeface="Consolas" panose="020B0609020204030204" pitchFamily="49" charset="0"/>
                <a:cs typeface="Times New Roman" panose="02020603050405020304" pitchFamily="18" charset="0"/>
              </a:endParaRPr>
            </a:p>
          </p:txBody>
        </p:sp>
        <p:sp>
          <p:nvSpPr>
            <p:cNvPr id="3231" name="矩形: 圆角 3230">
              <a:extLst>
                <a:ext uri="{FF2B5EF4-FFF2-40B4-BE49-F238E27FC236}">
                  <a16:creationId xmlns:a16="http://schemas.microsoft.com/office/drawing/2014/main" id="{5EB30FD4-8BD6-FEBE-39FD-0284EE91EEAD}"/>
                </a:ext>
              </a:extLst>
            </p:cNvPr>
            <p:cNvSpPr/>
            <p:nvPr/>
          </p:nvSpPr>
          <p:spPr>
            <a:xfrm>
              <a:off x="2920782" y="117373"/>
              <a:ext cx="8073468" cy="1983740"/>
            </a:xfrm>
            <a:prstGeom prst="roundRect">
              <a:avLst/>
            </a:prstGeom>
            <a:noFill/>
            <a:ln>
              <a:solidFill>
                <a:schemeClr val="bg2"/>
              </a:solidFill>
              <a:prstDash val="solid"/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Consolas" panose="020B0609020204030204" pitchFamily="49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32" name="文本框 3231">
                  <a:extLst>
                    <a:ext uri="{FF2B5EF4-FFF2-40B4-BE49-F238E27FC236}">
                      <a16:creationId xmlns:a16="http://schemas.microsoft.com/office/drawing/2014/main" id="{E737CD91-88D8-55BD-11A6-3FF3DABD8A88}"/>
                    </a:ext>
                  </a:extLst>
                </p:cNvPr>
                <p:cNvSpPr txBox="1"/>
                <p:nvPr/>
              </p:nvSpPr>
              <p:spPr>
                <a:xfrm>
                  <a:off x="4793170" y="478644"/>
                  <a:ext cx="537840" cy="1968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CN" altLang="en-US" sz="1200" i="1" dirty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CN" altLang="en-US" sz="12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zh-CN" altLang="en-US" sz="1200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  <m:sup>
                            <m:r>
                              <a:rPr lang="zh-CN" altLang="en-US" sz="12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altLang="zh-CN" sz="1200" i="1" dirty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sz="12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altLang="zh-CN" sz="1200" dirty="0">
                                <a:solidFill>
                                  <a:srgbClr val="000000"/>
                                </a:solidFill>
                                <a:latin typeface="Consolas" panose="020B0609020204030204" pitchFamily="49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𝒢</m:t>
                            </m:r>
                          </m:e>
                          <m:sub>
                            <m:r>
                              <a:rPr lang="en-US" altLang="zh-CN" sz="12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200" i="1" dirty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sz="1200" dirty="0">
                    <a:latin typeface="Consolas" panose="020B0609020204030204" pitchFamily="49" charset="0"/>
                  </a:endParaRPr>
                </a:p>
              </p:txBody>
            </p:sp>
          </mc:Choice>
          <mc:Fallback>
            <p:sp>
              <p:nvSpPr>
                <p:cNvPr id="3232" name="文本框 3231">
                  <a:extLst>
                    <a:ext uri="{FF2B5EF4-FFF2-40B4-BE49-F238E27FC236}">
                      <a16:creationId xmlns:a16="http://schemas.microsoft.com/office/drawing/2014/main" id="{E737CD91-88D8-55BD-11A6-3FF3DABD8A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93170" y="478644"/>
                  <a:ext cx="537840" cy="196849"/>
                </a:xfrm>
                <a:prstGeom prst="rect">
                  <a:avLst/>
                </a:prstGeom>
                <a:blipFill>
                  <a:blip r:embed="rId15"/>
                  <a:stretch>
                    <a:fillRect b="-375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33" name="文本框 3232">
                  <a:extLst>
                    <a:ext uri="{FF2B5EF4-FFF2-40B4-BE49-F238E27FC236}">
                      <a16:creationId xmlns:a16="http://schemas.microsoft.com/office/drawing/2014/main" id="{7BC7F573-3018-85A8-FD6C-9089CA6034B1}"/>
                    </a:ext>
                  </a:extLst>
                </p:cNvPr>
                <p:cNvSpPr txBox="1"/>
                <p:nvPr/>
              </p:nvSpPr>
              <p:spPr>
                <a:xfrm>
                  <a:off x="4547519" y="886530"/>
                  <a:ext cx="979449" cy="28918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CN" altLang="en-US" sz="1200" i="1" dirty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CN" altLang="en-US" sz="12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zh-CN" altLang="en-US" sz="1200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  <m:sup>
                            <m:r>
                              <a:rPr lang="zh-CN" altLang="en-US" sz="12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altLang="zh-CN" sz="1200" i="1" dirty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sz="12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altLang="zh-CN" sz="1200" dirty="0">
                                <a:solidFill>
                                  <a:srgbClr val="000000"/>
                                </a:solidFill>
                                <a:latin typeface="Consolas" panose="020B0609020204030204" pitchFamily="49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𝒢</m:t>
                            </m:r>
                          </m:e>
                          <m:sub>
                            <m:r>
                              <a:rPr lang="en-US" altLang="zh-CN" sz="12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sz="1200" i="1" dirty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sz="1200" dirty="0">
                    <a:latin typeface="Consolas" panose="020B0609020204030204" pitchFamily="49" charset="0"/>
                  </a:endParaRPr>
                </a:p>
              </p:txBody>
            </p:sp>
          </mc:Choice>
          <mc:Fallback>
            <p:sp>
              <p:nvSpPr>
                <p:cNvPr id="3233" name="文本框 3232">
                  <a:extLst>
                    <a:ext uri="{FF2B5EF4-FFF2-40B4-BE49-F238E27FC236}">
                      <a16:creationId xmlns:a16="http://schemas.microsoft.com/office/drawing/2014/main" id="{7BC7F573-3018-85A8-FD6C-9089CA6034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47519" y="886530"/>
                  <a:ext cx="979449" cy="289182"/>
                </a:xfrm>
                <a:prstGeom prst="rect">
                  <a:avLst/>
                </a:prstGeom>
                <a:blipFill>
                  <a:blip r:embed="rId16"/>
                  <a:stretch>
                    <a:fillRect b="-8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34" name="文本框 3233">
                  <a:extLst>
                    <a:ext uri="{FF2B5EF4-FFF2-40B4-BE49-F238E27FC236}">
                      <a16:creationId xmlns:a16="http://schemas.microsoft.com/office/drawing/2014/main" id="{BD9BA4D9-45E3-9B29-3F76-7152C27FAF77}"/>
                    </a:ext>
                  </a:extLst>
                </p:cNvPr>
                <p:cNvSpPr txBox="1"/>
                <p:nvPr/>
              </p:nvSpPr>
              <p:spPr>
                <a:xfrm>
                  <a:off x="4547518" y="1608639"/>
                  <a:ext cx="979449" cy="28918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CN" altLang="en-US" sz="1200" i="1" dirty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CN" altLang="en-US" sz="12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zh-CN" altLang="en-US" sz="1200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  <m:sup>
                            <m:r>
                              <a:rPr lang="zh-CN" altLang="en-US" sz="12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altLang="zh-CN" sz="1200" i="1" dirty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sz="12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altLang="zh-CN" sz="1200" dirty="0">
                                <a:solidFill>
                                  <a:srgbClr val="000000"/>
                                </a:solidFill>
                                <a:latin typeface="Consolas" panose="020B0609020204030204" pitchFamily="49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𝒢</m:t>
                            </m:r>
                          </m:e>
                          <m:sub>
                            <m:r>
                              <a:rPr lang="en-US" altLang="zh-CN" sz="12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𝑁</m:t>
                            </m:r>
                          </m:sub>
                        </m:sSub>
                        <m:r>
                          <a:rPr lang="en-US" altLang="zh-CN" sz="1200" i="1" dirty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sz="1200" dirty="0">
                    <a:latin typeface="Consolas" panose="020B0609020204030204" pitchFamily="49" charset="0"/>
                  </a:endParaRPr>
                </a:p>
              </p:txBody>
            </p:sp>
          </mc:Choice>
          <mc:Fallback>
            <p:sp>
              <p:nvSpPr>
                <p:cNvPr id="3234" name="文本框 3233">
                  <a:extLst>
                    <a:ext uri="{FF2B5EF4-FFF2-40B4-BE49-F238E27FC236}">
                      <a16:creationId xmlns:a16="http://schemas.microsoft.com/office/drawing/2014/main" id="{BD9BA4D9-45E3-9B29-3F76-7152C27FAF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47518" y="1608639"/>
                  <a:ext cx="979449" cy="289182"/>
                </a:xfrm>
                <a:prstGeom prst="rect">
                  <a:avLst/>
                </a:prstGeom>
                <a:blipFill>
                  <a:blip r:embed="rId17"/>
                  <a:stretch>
                    <a:fillRect b="-1063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35" name="Google Shape;6214;p62">
              <a:extLst>
                <a:ext uri="{FF2B5EF4-FFF2-40B4-BE49-F238E27FC236}">
                  <a16:creationId xmlns:a16="http://schemas.microsoft.com/office/drawing/2014/main" id="{50AE22E1-5993-9D3B-5E7C-C5AD29AABAB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783" y="3336444"/>
              <a:ext cx="351783" cy="0"/>
            </a:xfrm>
            <a:prstGeom prst="straightConnector1">
              <a:avLst/>
            </a:prstGeom>
            <a:noFill/>
            <a:ln w="12700" cap="flat" cmpd="sng">
              <a:solidFill>
                <a:schemeClr val="tx1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cxnSp>
          <p:nvCxnSpPr>
            <p:cNvPr id="3237" name="Google Shape;6214;p62">
              <a:extLst>
                <a:ext uri="{FF2B5EF4-FFF2-40B4-BE49-F238E27FC236}">
                  <a16:creationId xmlns:a16="http://schemas.microsoft.com/office/drawing/2014/main" id="{9E17B419-4893-E1F3-419E-3F1444E47C13}"/>
                </a:ext>
              </a:extLst>
            </p:cNvPr>
            <p:cNvCxnSpPr>
              <a:cxnSpLocks/>
            </p:cNvCxnSpPr>
            <p:nvPr/>
          </p:nvCxnSpPr>
          <p:spPr>
            <a:xfrm>
              <a:off x="2100461" y="1093178"/>
              <a:ext cx="951433" cy="0"/>
            </a:xfrm>
            <a:prstGeom prst="straightConnector1">
              <a:avLst/>
            </a:prstGeom>
            <a:noFill/>
            <a:ln w="12700" cap="flat" cmpd="sng">
              <a:solidFill>
                <a:schemeClr val="tx1"/>
              </a:solidFill>
              <a:prstDash val="lgDash"/>
              <a:round/>
              <a:headEnd type="none" w="med" len="med"/>
              <a:tailEnd type="triangle" w="med" len="med"/>
            </a:ln>
          </p:spPr>
        </p:cxnSp>
        <p:sp>
          <p:nvSpPr>
            <p:cNvPr id="3238" name="Google Shape;714;p27">
              <a:extLst>
                <a:ext uri="{FF2B5EF4-FFF2-40B4-BE49-F238E27FC236}">
                  <a16:creationId xmlns:a16="http://schemas.microsoft.com/office/drawing/2014/main" id="{50722657-3F70-BAF9-E9C8-88FA248F91D7}"/>
                </a:ext>
              </a:extLst>
            </p:cNvPr>
            <p:cNvSpPr/>
            <p:nvPr/>
          </p:nvSpPr>
          <p:spPr>
            <a:xfrm>
              <a:off x="4608082" y="561828"/>
              <a:ext cx="93024" cy="1236965"/>
            </a:xfrm>
            <a:prstGeom prst="leftBracket">
              <a:avLst>
                <a:gd name="adj" fmla="val 8333"/>
              </a:avLst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>
                <a:latin typeface="Consolas" panose="020B0609020204030204" pitchFamily="49" charset="0"/>
              </a:endParaRPr>
            </a:p>
          </p:txBody>
        </p:sp>
        <p:sp>
          <p:nvSpPr>
            <p:cNvPr id="3239" name="Google Shape;6791;p70">
              <a:extLst>
                <a:ext uri="{FF2B5EF4-FFF2-40B4-BE49-F238E27FC236}">
                  <a16:creationId xmlns:a16="http://schemas.microsoft.com/office/drawing/2014/main" id="{9EB302C3-F3FA-69EF-B539-D051DD5D79BA}"/>
                </a:ext>
              </a:extLst>
            </p:cNvPr>
            <p:cNvSpPr txBox="1"/>
            <p:nvPr/>
          </p:nvSpPr>
          <p:spPr>
            <a:xfrm>
              <a:off x="4835645" y="1206556"/>
              <a:ext cx="511200" cy="18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r>
                <a:rPr lang="en" sz="1100" dirty="0">
                  <a:latin typeface="Consolas" panose="020B0609020204030204" pitchFamily="49" charset="0"/>
                  <a:cs typeface="Times New Roman" panose="02020603050405020304" pitchFamily="18" charset="0"/>
                </a:rPr>
                <a:t>...</a:t>
              </a:r>
              <a:endParaRPr sz="1100" dirty="0">
                <a:latin typeface="Consolas" panose="020B0609020204030204" pitchFamily="49" charset="0"/>
                <a:cs typeface="Times New Roman" panose="02020603050405020304" pitchFamily="18" charset="0"/>
              </a:endParaRPr>
            </a:p>
          </p:txBody>
        </p:sp>
        <p:sp>
          <p:nvSpPr>
            <p:cNvPr id="3240" name="文本框 3239">
              <a:extLst>
                <a:ext uri="{FF2B5EF4-FFF2-40B4-BE49-F238E27FC236}">
                  <a16:creationId xmlns:a16="http://schemas.microsoft.com/office/drawing/2014/main" id="{440E547C-D598-B092-DB02-7E6503597C9F}"/>
                </a:ext>
              </a:extLst>
            </p:cNvPr>
            <p:cNvSpPr txBox="1"/>
            <p:nvPr/>
          </p:nvSpPr>
          <p:spPr>
            <a:xfrm>
              <a:off x="4492354" y="173600"/>
              <a:ext cx="115786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200" dirty="0">
                  <a:latin typeface="Consolas" panose="020B0609020204030204" pitchFamily="49" charset="0"/>
                  <a:cs typeface="Times New Roman" panose="02020603050405020304" pitchFamily="18" charset="0"/>
                </a:rPr>
                <a:t>Uncertainty</a:t>
              </a:r>
              <a:endParaRPr lang="zh-CN" altLang="en-US" sz="1200" dirty="0">
                <a:latin typeface="Consolas" panose="020B0609020204030204" pitchFamily="49" charset="0"/>
              </a:endParaRPr>
            </a:p>
          </p:txBody>
        </p:sp>
        <p:cxnSp>
          <p:nvCxnSpPr>
            <p:cNvPr id="3241" name="Google Shape;6214;p62">
              <a:extLst>
                <a:ext uri="{FF2B5EF4-FFF2-40B4-BE49-F238E27FC236}">
                  <a16:creationId xmlns:a16="http://schemas.microsoft.com/office/drawing/2014/main" id="{AF38686B-BB13-BADE-91F8-89B9F5432221}"/>
                </a:ext>
              </a:extLst>
            </p:cNvPr>
            <p:cNvCxnSpPr>
              <a:cxnSpLocks/>
            </p:cNvCxnSpPr>
            <p:nvPr/>
          </p:nvCxnSpPr>
          <p:spPr>
            <a:xfrm>
              <a:off x="5474331" y="1093178"/>
              <a:ext cx="351783" cy="0"/>
            </a:xfrm>
            <a:prstGeom prst="straightConnector1">
              <a:avLst/>
            </a:prstGeom>
            <a:noFill/>
            <a:ln w="12700" cap="flat" cmpd="sng">
              <a:solidFill>
                <a:schemeClr val="tx1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cxnSp>
          <p:nvCxnSpPr>
            <p:cNvPr id="3242" name="Google Shape;6022;p59">
              <a:extLst>
                <a:ext uri="{FF2B5EF4-FFF2-40B4-BE49-F238E27FC236}">
                  <a16:creationId xmlns:a16="http://schemas.microsoft.com/office/drawing/2014/main" id="{EBE8BE29-20CA-F668-4C5D-0978760BF2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42755" y="464141"/>
              <a:ext cx="0" cy="10800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stealth" w="med" len="med"/>
            </a:ln>
          </p:spPr>
        </p:cxnSp>
        <p:cxnSp>
          <p:nvCxnSpPr>
            <p:cNvPr id="3243" name="Google Shape;6028;p59">
              <a:extLst>
                <a:ext uri="{FF2B5EF4-FFF2-40B4-BE49-F238E27FC236}">
                  <a16:creationId xmlns:a16="http://schemas.microsoft.com/office/drawing/2014/main" id="{92E34656-3F81-1C0C-C9F0-A41528F3D2A0}"/>
                </a:ext>
              </a:extLst>
            </p:cNvPr>
            <p:cNvCxnSpPr>
              <a:cxnSpLocks/>
            </p:cNvCxnSpPr>
            <p:nvPr/>
          </p:nvCxnSpPr>
          <p:spPr>
            <a:xfrm>
              <a:off x="5966720" y="1456522"/>
              <a:ext cx="133150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244" name="矩形 3243">
              <a:extLst>
                <a:ext uri="{FF2B5EF4-FFF2-40B4-BE49-F238E27FC236}">
                  <a16:creationId xmlns:a16="http://schemas.microsoft.com/office/drawing/2014/main" id="{C9CD07C7-08A0-287E-9348-DC7DB4CE8312}"/>
                </a:ext>
              </a:extLst>
            </p:cNvPr>
            <p:cNvSpPr/>
            <p:nvPr/>
          </p:nvSpPr>
          <p:spPr>
            <a:xfrm>
              <a:off x="6050742" y="782640"/>
              <a:ext cx="187390" cy="666406"/>
            </a:xfrm>
            <a:prstGeom prst="rect">
              <a:avLst/>
            </a:prstGeom>
            <a:solidFill>
              <a:schemeClr val="bg2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Consolas" panose="020B0609020204030204" pitchFamily="49" charset="0"/>
              </a:endParaRPr>
            </a:p>
          </p:txBody>
        </p:sp>
        <p:sp>
          <p:nvSpPr>
            <p:cNvPr id="3245" name="矩形 3244">
              <a:extLst>
                <a:ext uri="{FF2B5EF4-FFF2-40B4-BE49-F238E27FC236}">
                  <a16:creationId xmlns:a16="http://schemas.microsoft.com/office/drawing/2014/main" id="{749BD0DB-689A-0B59-2569-874B9A2C7758}"/>
                </a:ext>
              </a:extLst>
            </p:cNvPr>
            <p:cNvSpPr/>
            <p:nvPr/>
          </p:nvSpPr>
          <p:spPr>
            <a:xfrm>
              <a:off x="6237734" y="890839"/>
              <a:ext cx="187390" cy="558603"/>
            </a:xfrm>
            <a:prstGeom prst="rect">
              <a:avLst/>
            </a:prstGeom>
            <a:solidFill>
              <a:schemeClr val="bg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Consolas" panose="020B0609020204030204" pitchFamily="49" charset="0"/>
              </a:endParaRPr>
            </a:p>
          </p:txBody>
        </p:sp>
        <p:sp>
          <p:nvSpPr>
            <p:cNvPr id="3246" name="矩形 3245">
              <a:extLst>
                <a:ext uri="{FF2B5EF4-FFF2-40B4-BE49-F238E27FC236}">
                  <a16:creationId xmlns:a16="http://schemas.microsoft.com/office/drawing/2014/main" id="{9D7AFE30-89BF-FF67-1AEF-32507D387D4D}"/>
                </a:ext>
              </a:extLst>
            </p:cNvPr>
            <p:cNvSpPr/>
            <p:nvPr/>
          </p:nvSpPr>
          <p:spPr>
            <a:xfrm>
              <a:off x="6425103" y="987164"/>
              <a:ext cx="187390" cy="462182"/>
            </a:xfrm>
            <a:prstGeom prst="rect">
              <a:avLst/>
            </a:prstGeom>
            <a:solidFill>
              <a:schemeClr val="bg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Consolas" panose="020B0609020204030204" pitchFamily="49" charset="0"/>
              </a:endParaRPr>
            </a:p>
          </p:txBody>
        </p:sp>
        <p:sp>
          <p:nvSpPr>
            <p:cNvPr id="3247" name="Google Shape;6791;p70">
              <a:extLst>
                <a:ext uri="{FF2B5EF4-FFF2-40B4-BE49-F238E27FC236}">
                  <a16:creationId xmlns:a16="http://schemas.microsoft.com/office/drawing/2014/main" id="{A3040F23-4208-4918-8376-AB30DE9B2360}"/>
                </a:ext>
              </a:extLst>
            </p:cNvPr>
            <p:cNvSpPr txBox="1"/>
            <p:nvPr/>
          </p:nvSpPr>
          <p:spPr>
            <a:xfrm>
              <a:off x="6505948" y="1153937"/>
              <a:ext cx="511200" cy="18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r>
                <a:rPr lang="en" sz="1100" dirty="0">
                  <a:latin typeface="Consolas" panose="020B0609020204030204" pitchFamily="49" charset="0"/>
                  <a:cs typeface="Times New Roman" panose="02020603050405020304" pitchFamily="18" charset="0"/>
                </a:rPr>
                <a:t>...</a:t>
              </a:r>
              <a:endParaRPr sz="1100" dirty="0">
                <a:latin typeface="Consolas" panose="020B0609020204030204" pitchFamily="49" charset="0"/>
                <a:cs typeface="Times New Roman" panose="02020603050405020304" pitchFamily="18" charset="0"/>
              </a:endParaRPr>
            </a:p>
          </p:txBody>
        </p:sp>
        <p:sp>
          <p:nvSpPr>
            <p:cNvPr id="3248" name="矩形 3247">
              <a:extLst>
                <a:ext uri="{FF2B5EF4-FFF2-40B4-BE49-F238E27FC236}">
                  <a16:creationId xmlns:a16="http://schemas.microsoft.com/office/drawing/2014/main" id="{88698D28-1ECC-EEAC-5E17-DEB6F6DE6EAB}"/>
                </a:ext>
              </a:extLst>
            </p:cNvPr>
            <p:cNvSpPr/>
            <p:nvPr/>
          </p:nvSpPr>
          <p:spPr>
            <a:xfrm>
              <a:off x="6816908" y="1311650"/>
              <a:ext cx="187390" cy="137396"/>
            </a:xfrm>
            <a:prstGeom prst="rect">
              <a:avLst/>
            </a:prstGeom>
            <a:solidFill>
              <a:schemeClr val="bg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Consolas" panose="020B0609020204030204" pitchFamily="49" charset="0"/>
              </a:endParaRPr>
            </a:p>
          </p:txBody>
        </p:sp>
        <p:sp>
          <p:nvSpPr>
            <p:cNvPr id="3249" name="矩形 3248">
              <a:extLst>
                <a:ext uri="{FF2B5EF4-FFF2-40B4-BE49-F238E27FC236}">
                  <a16:creationId xmlns:a16="http://schemas.microsoft.com/office/drawing/2014/main" id="{EC920C6A-0977-5467-0285-3EDA7BDD6D2C}"/>
                </a:ext>
              </a:extLst>
            </p:cNvPr>
            <p:cNvSpPr/>
            <p:nvPr/>
          </p:nvSpPr>
          <p:spPr>
            <a:xfrm>
              <a:off x="7004302" y="1387274"/>
              <a:ext cx="187390" cy="62240"/>
            </a:xfrm>
            <a:prstGeom prst="rect">
              <a:avLst/>
            </a:prstGeom>
            <a:solidFill>
              <a:schemeClr val="bg2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Consolas" panose="020B0609020204030204" pitchFamily="49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50" name="文本框 3249">
                  <a:extLst>
                    <a:ext uri="{FF2B5EF4-FFF2-40B4-BE49-F238E27FC236}">
                      <a16:creationId xmlns:a16="http://schemas.microsoft.com/office/drawing/2014/main" id="{07FA07F6-DE09-B888-54D7-54326A8B4919}"/>
                    </a:ext>
                  </a:extLst>
                </p:cNvPr>
                <p:cNvSpPr txBox="1"/>
                <p:nvPr/>
              </p:nvSpPr>
              <p:spPr>
                <a:xfrm>
                  <a:off x="6067516" y="234619"/>
                  <a:ext cx="1052570" cy="28918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sz="1200" dirty="0">
                      <a:latin typeface="Consolas" panose="020B0609020204030204" pitchFamily="49" charset="0"/>
                      <a:cs typeface="Times New Roman" panose="02020603050405020304" pitchFamily="18" charset="0"/>
                    </a:rPr>
                    <a:t>Ranking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zh-CN" altLang="en-US" sz="1200" i="1" dirty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CN" altLang="en-US" sz="12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zh-CN" altLang="en-US" sz="12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r>
                            <a:rPr lang="zh-CN" altLang="en-US" sz="1200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a14:m>
                  <a:r>
                    <a:rPr lang="en-US" altLang="zh-CN" sz="1200" dirty="0">
                      <a:latin typeface="Consolas" panose="020B0609020204030204" pitchFamily="49" charset="0"/>
                      <a:cs typeface="Times New Roman" panose="02020603050405020304" pitchFamily="18" charset="0"/>
                    </a:rPr>
                    <a:t> </a:t>
                  </a:r>
                  <a:endParaRPr lang="zh-CN" altLang="en-US" sz="1200" dirty="0">
                    <a:latin typeface="Consolas" panose="020B0609020204030204" pitchFamily="49" charset="0"/>
                  </a:endParaRPr>
                </a:p>
              </p:txBody>
            </p:sp>
          </mc:Choice>
          <mc:Fallback>
            <p:sp>
              <p:nvSpPr>
                <p:cNvPr id="3250" name="文本框 3249">
                  <a:extLst>
                    <a:ext uri="{FF2B5EF4-FFF2-40B4-BE49-F238E27FC236}">
                      <a16:creationId xmlns:a16="http://schemas.microsoft.com/office/drawing/2014/main" id="{07FA07F6-DE09-B888-54D7-54326A8B49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7516" y="234619"/>
                  <a:ext cx="1052570" cy="289182"/>
                </a:xfrm>
                <a:prstGeom prst="rect">
                  <a:avLst/>
                </a:prstGeom>
                <a:blipFill>
                  <a:blip r:embed="rId18"/>
                  <a:stretch>
                    <a:fillRect l="-518" b="-1458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51" name="文本框 3250">
                  <a:extLst>
                    <a:ext uri="{FF2B5EF4-FFF2-40B4-BE49-F238E27FC236}">
                      <a16:creationId xmlns:a16="http://schemas.microsoft.com/office/drawing/2014/main" id="{768F0B40-CC3B-09E2-8D3C-3531ED466CBE}"/>
                    </a:ext>
                  </a:extLst>
                </p:cNvPr>
                <p:cNvSpPr txBox="1"/>
                <p:nvPr/>
              </p:nvSpPr>
              <p:spPr>
                <a:xfrm>
                  <a:off x="5989977" y="1631338"/>
                  <a:ext cx="563295" cy="1968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CN" altLang="en-US" sz="1200" i="1" dirty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CN" altLang="en-US" sz="12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zh-CN" altLang="en-US" sz="1200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  <m:sup>
                            <m:r>
                              <a:rPr lang="zh-CN" altLang="en-US" sz="12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altLang="zh-CN" sz="1200" i="1" dirty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sz="12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altLang="zh-CN" sz="1200" dirty="0">
                                <a:solidFill>
                                  <a:srgbClr val="000000"/>
                                </a:solidFill>
                                <a:latin typeface="Consolas" panose="020B0609020204030204" pitchFamily="49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𝒢</m:t>
                            </m:r>
                          </m:e>
                          <m:sub>
                            <m:r>
                              <a:rPr lang="en-US" altLang="zh-CN" sz="12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𝑁</m:t>
                            </m:r>
                          </m:sub>
                        </m:sSub>
                        <m:r>
                          <a:rPr lang="en-US" altLang="zh-CN" sz="1200" i="1" dirty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sz="1200" dirty="0">
                    <a:latin typeface="Consolas" panose="020B0609020204030204" pitchFamily="49" charset="0"/>
                  </a:endParaRPr>
                </a:p>
              </p:txBody>
            </p:sp>
          </mc:Choice>
          <mc:Fallback>
            <p:sp>
              <p:nvSpPr>
                <p:cNvPr id="3251" name="文本框 3250">
                  <a:extLst>
                    <a:ext uri="{FF2B5EF4-FFF2-40B4-BE49-F238E27FC236}">
                      <a16:creationId xmlns:a16="http://schemas.microsoft.com/office/drawing/2014/main" id="{768F0B40-CC3B-09E2-8D3C-3531ED466C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9977" y="1631338"/>
                  <a:ext cx="563295" cy="196849"/>
                </a:xfrm>
                <a:prstGeom prst="rect">
                  <a:avLst/>
                </a:prstGeom>
                <a:blipFill>
                  <a:blip r:embed="rId19"/>
                  <a:stretch>
                    <a:fillRect b="-375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52" name="直接连接符 3251">
              <a:extLst>
                <a:ext uri="{FF2B5EF4-FFF2-40B4-BE49-F238E27FC236}">
                  <a16:creationId xmlns:a16="http://schemas.microsoft.com/office/drawing/2014/main" id="{AF48D944-2DFA-DC5E-B7BE-0DFD1E40030A}"/>
                </a:ext>
              </a:extLst>
            </p:cNvPr>
            <p:cNvCxnSpPr>
              <a:stCxn id="3244" idx="2"/>
              <a:endCxn id="3244" idx="2"/>
            </p:cNvCxnSpPr>
            <p:nvPr/>
          </p:nvCxnSpPr>
          <p:spPr>
            <a:xfrm>
              <a:off x="6144437" y="1449046"/>
              <a:ext cx="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3" name="直接连接符 3252">
              <a:extLst>
                <a:ext uri="{FF2B5EF4-FFF2-40B4-BE49-F238E27FC236}">
                  <a16:creationId xmlns:a16="http://schemas.microsoft.com/office/drawing/2014/main" id="{BE79CF85-EA08-2D88-61AD-1B1832949266}"/>
                </a:ext>
              </a:extLst>
            </p:cNvPr>
            <p:cNvCxnSpPr>
              <a:cxnSpLocks/>
              <a:stCxn id="3244" idx="2"/>
            </p:cNvCxnSpPr>
            <p:nvPr/>
          </p:nvCxnSpPr>
          <p:spPr>
            <a:xfrm>
              <a:off x="6144437" y="1449047"/>
              <a:ext cx="0" cy="34177"/>
            </a:xfrm>
            <a:prstGeom prst="line">
              <a:avLst/>
            </a:prstGeom>
            <a:ln>
              <a:solidFill>
                <a:srgbClr val="4454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4" name="直接连接符 3253">
              <a:extLst>
                <a:ext uri="{FF2B5EF4-FFF2-40B4-BE49-F238E27FC236}">
                  <a16:creationId xmlns:a16="http://schemas.microsoft.com/office/drawing/2014/main" id="{64A60CCF-CD69-6922-AA6B-490CA33A3388}"/>
                </a:ext>
              </a:extLst>
            </p:cNvPr>
            <p:cNvCxnSpPr>
              <a:cxnSpLocks/>
              <a:stCxn id="3245" idx="2"/>
            </p:cNvCxnSpPr>
            <p:nvPr/>
          </p:nvCxnSpPr>
          <p:spPr>
            <a:xfrm>
              <a:off x="6331429" y="1449441"/>
              <a:ext cx="0" cy="36000"/>
            </a:xfrm>
            <a:prstGeom prst="line">
              <a:avLst/>
            </a:prstGeom>
            <a:ln>
              <a:solidFill>
                <a:srgbClr val="4454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5" name="直接连接符 3254">
              <a:extLst>
                <a:ext uri="{FF2B5EF4-FFF2-40B4-BE49-F238E27FC236}">
                  <a16:creationId xmlns:a16="http://schemas.microsoft.com/office/drawing/2014/main" id="{34799E03-E806-D332-FF03-43153FA08787}"/>
                </a:ext>
              </a:extLst>
            </p:cNvPr>
            <p:cNvCxnSpPr>
              <a:cxnSpLocks/>
              <a:stCxn id="3246" idx="2"/>
            </p:cNvCxnSpPr>
            <p:nvPr/>
          </p:nvCxnSpPr>
          <p:spPr>
            <a:xfrm>
              <a:off x="6518798" y="1449345"/>
              <a:ext cx="0" cy="36000"/>
            </a:xfrm>
            <a:prstGeom prst="line">
              <a:avLst/>
            </a:prstGeom>
            <a:ln>
              <a:solidFill>
                <a:srgbClr val="4454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6" name="直接连接符 3255">
              <a:extLst>
                <a:ext uri="{FF2B5EF4-FFF2-40B4-BE49-F238E27FC236}">
                  <a16:creationId xmlns:a16="http://schemas.microsoft.com/office/drawing/2014/main" id="{78F84915-8E4A-0E80-23DD-84B1B5970F15}"/>
                </a:ext>
              </a:extLst>
            </p:cNvPr>
            <p:cNvCxnSpPr>
              <a:cxnSpLocks/>
              <a:stCxn id="3248" idx="2"/>
            </p:cNvCxnSpPr>
            <p:nvPr/>
          </p:nvCxnSpPr>
          <p:spPr>
            <a:xfrm>
              <a:off x="6910603" y="1449047"/>
              <a:ext cx="0" cy="34177"/>
            </a:xfrm>
            <a:prstGeom prst="line">
              <a:avLst/>
            </a:prstGeom>
            <a:ln>
              <a:solidFill>
                <a:srgbClr val="4454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7" name="直接连接符 3256">
              <a:extLst>
                <a:ext uri="{FF2B5EF4-FFF2-40B4-BE49-F238E27FC236}">
                  <a16:creationId xmlns:a16="http://schemas.microsoft.com/office/drawing/2014/main" id="{0CB40534-1252-B2B5-B75A-AB26824847B5}"/>
                </a:ext>
              </a:extLst>
            </p:cNvPr>
            <p:cNvCxnSpPr>
              <a:cxnSpLocks/>
              <a:stCxn id="3249" idx="2"/>
            </p:cNvCxnSpPr>
            <p:nvPr/>
          </p:nvCxnSpPr>
          <p:spPr>
            <a:xfrm>
              <a:off x="7097997" y="1449513"/>
              <a:ext cx="0" cy="36000"/>
            </a:xfrm>
            <a:prstGeom prst="line">
              <a:avLst/>
            </a:prstGeom>
            <a:ln>
              <a:solidFill>
                <a:srgbClr val="4454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8" name="连接符: 曲线 3257">
              <a:extLst>
                <a:ext uri="{FF2B5EF4-FFF2-40B4-BE49-F238E27FC236}">
                  <a16:creationId xmlns:a16="http://schemas.microsoft.com/office/drawing/2014/main" id="{788BF0BF-DDDC-D087-BB02-D268709A3213}"/>
                </a:ext>
              </a:extLst>
            </p:cNvPr>
            <p:cNvCxnSpPr>
              <a:stCxn id="3244" idx="2"/>
              <a:endCxn id="3251" idx="0"/>
            </p:cNvCxnSpPr>
            <p:nvPr/>
          </p:nvCxnSpPr>
          <p:spPr>
            <a:xfrm rot="16200000" flipH="1">
              <a:off x="6116886" y="1476598"/>
              <a:ext cx="182291" cy="127187"/>
            </a:xfrm>
            <a:prstGeom prst="curvedConnector3">
              <a:avLst/>
            </a:prstGeom>
            <a:ln w="6350">
              <a:solidFill>
                <a:srgbClr val="44546A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59" name="文本框 3258">
                  <a:extLst>
                    <a:ext uri="{FF2B5EF4-FFF2-40B4-BE49-F238E27FC236}">
                      <a16:creationId xmlns:a16="http://schemas.microsoft.com/office/drawing/2014/main" id="{517AC634-8E44-F8D0-2B84-DF1E0F6F056E}"/>
                    </a:ext>
                  </a:extLst>
                </p:cNvPr>
                <p:cNvSpPr txBox="1"/>
                <p:nvPr/>
              </p:nvSpPr>
              <p:spPr>
                <a:xfrm>
                  <a:off x="6926929" y="1632604"/>
                  <a:ext cx="537840" cy="19684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zh-CN" altLang="en-US" sz="1200" i="1" dirty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CN" altLang="en-US" sz="12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zh-CN" altLang="en-US" sz="1200" i="1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  <m:sup>
                            <m:r>
                              <a:rPr lang="zh-CN" altLang="en-US" sz="12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altLang="zh-CN" sz="1200" i="1" dirty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sz="12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altLang="zh-CN" sz="1200" dirty="0">
                                <a:solidFill>
                                  <a:srgbClr val="000000"/>
                                </a:solidFill>
                                <a:latin typeface="Consolas" panose="020B0609020204030204" pitchFamily="49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𝒢</m:t>
                            </m:r>
                          </m:e>
                          <m:sub>
                            <m:r>
                              <a:rPr lang="en-US" altLang="zh-CN" sz="12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200" i="1" dirty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sz="1200" dirty="0">
                    <a:latin typeface="Consolas" panose="020B0609020204030204" pitchFamily="49" charset="0"/>
                  </a:endParaRPr>
                </a:p>
              </p:txBody>
            </p:sp>
          </mc:Choice>
          <mc:Fallback>
            <p:sp>
              <p:nvSpPr>
                <p:cNvPr id="3259" name="文本框 3258">
                  <a:extLst>
                    <a:ext uri="{FF2B5EF4-FFF2-40B4-BE49-F238E27FC236}">
                      <a16:creationId xmlns:a16="http://schemas.microsoft.com/office/drawing/2014/main" id="{517AC634-8E44-F8D0-2B84-DF1E0F6F05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26929" y="1632604"/>
                  <a:ext cx="537840" cy="196849"/>
                </a:xfrm>
                <a:prstGeom prst="rect">
                  <a:avLst/>
                </a:prstGeom>
                <a:blipFill>
                  <a:blip r:embed="rId15"/>
                  <a:stretch>
                    <a:fillRect b="-375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60" name="连接符: 曲线 3259">
              <a:extLst>
                <a:ext uri="{FF2B5EF4-FFF2-40B4-BE49-F238E27FC236}">
                  <a16:creationId xmlns:a16="http://schemas.microsoft.com/office/drawing/2014/main" id="{AE597CE2-CBEF-0D57-F0D4-17C53285466D}"/>
                </a:ext>
              </a:extLst>
            </p:cNvPr>
            <p:cNvCxnSpPr>
              <a:cxnSpLocks/>
              <a:stCxn id="3249" idx="2"/>
              <a:endCxn id="3259" idx="0"/>
            </p:cNvCxnSpPr>
            <p:nvPr/>
          </p:nvCxnSpPr>
          <p:spPr>
            <a:xfrm rot="16200000" flipH="1">
              <a:off x="7055380" y="1492132"/>
              <a:ext cx="183089" cy="97852"/>
            </a:xfrm>
            <a:prstGeom prst="curvedConnector3">
              <a:avLst>
                <a:gd name="adj1" fmla="val 50000"/>
              </a:avLst>
            </a:prstGeom>
            <a:ln w="6350">
              <a:solidFill>
                <a:srgbClr val="44546A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1" name="Google Shape;6214;p62">
              <a:extLst>
                <a:ext uri="{FF2B5EF4-FFF2-40B4-BE49-F238E27FC236}">
                  <a16:creationId xmlns:a16="http://schemas.microsoft.com/office/drawing/2014/main" id="{BE6EE1EA-2896-1B02-C994-915E8D37CE39}"/>
                </a:ext>
              </a:extLst>
            </p:cNvPr>
            <p:cNvCxnSpPr>
              <a:cxnSpLocks/>
            </p:cNvCxnSpPr>
            <p:nvPr/>
          </p:nvCxnSpPr>
          <p:spPr>
            <a:xfrm>
              <a:off x="7298229" y="1042791"/>
              <a:ext cx="351783" cy="0"/>
            </a:xfrm>
            <a:prstGeom prst="straightConnector1">
              <a:avLst/>
            </a:prstGeom>
            <a:noFill/>
            <a:ln w="12700" cap="flat" cmpd="sng">
              <a:solidFill>
                <a:schemeClr val="tx1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cxnSp>
          <p:nvCxnSpPr>
            <p:cNvPr id="3262" name="Google Shape;6214;p62">
              <a:extLst>
                <a:ext uri="{FF2B5EF4-FFF2-40B4-BE49-F238E27FC236}">
                  <a16:creationId xmlns:a16="http://schemas.microsoft.com/office/drawing/2014/main" id="{3AF6D3C1-FA91-C6BF-22FD-6AD13AF0C199}"/>
                </a:ext>
              </a:extLst>
            </p:cNvPr>
            <p:cNvCxnSpPr>
              <a:cxnSpLocks/>
            </p:cNvCxnSpPr>
            <p:nvPr/>
          </p:nvCxnSpPr>
          <p:spPr>
            <a:xfrm>
              <a:off x="8709193" y="1404192"/>
              <a:ext cx="0" cy="261365"/>
            </a:xfrm>
            <a:prstGeom prst="straightConnector1">
              <a:avLst/>
            </a:prstGeom>
            <a:noFill/>
            <a:ln w="12700" cap="flat" cmpd="sng">
              <a:solidFill>
                <a:schemeClr val="tx1"/>
              </a:solidFill>
              <a:prstDash val="dash"/>
              <a:round/>
              <a:headEnd type="none" w="med" len="med"/>
              <a:tailEnd type="triangle" w="med" len="med"/>
            </a:ln>
          </p:spPr>
        </p:cxnSp>
        <p:sp>
          <p:nvSpPr>
            <p:cNvPr id="3263" name="箭头: 左弧形 3262">
              <a:extLst>
                <a:ext uri="{FF2B5EF4-FFF2-40B4-BE49-F238E27FC236}">
                  <a16:creationId xmlns:a16="http://schemas.microsoft.com/office/drawing/2014/main" id="{40951B77-EAD5-F9BD-6B18-7970BF1CD3C5}"/>
                </a:ext>
              </a:extLst>
            </p:cNvPr>
            <p:cNvSpPr/>
            <p:nvPr/>
          </p:nvSpPr>
          <p:spPr>
            <a:xfrm>
              <a:off x="9965780" y="1980807"/>
              <a:ext cx="197756" cy="450409"/>
            </a:xfrm>
            <a:prstGeom prst="curvedRightArrow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264" name="箭头: 左弧形 3263">
              <a:extLst>
                <a:ext uri="{FF2B5EF4-FFF2-40B4-BE49-F238E27FC236}">
                  <a16:creationId xmlns:a16="http://schemas.microsoft.com/office/drawing/2014/main" id="{6731C735-41CA-A98C-4B0F-B0DC44CE53A9}"/>
                </a:ext>
              </a:extLst>
            </p:cNvPr>
            <p:cNvSpPr/>
            <p:nvPr/>
          </p:nvSpPr>
          <p:spPr>
            <a:xfrm rot="10628022">
              <a:off x="10728538" y="1958022"/>
              <a:ext cx="197756" cy="450409"/>
            </a:xfrm>
            <a:prstGeom prst="curvedRightArrow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65" name="文本框 3264">
                  <a:extLst>
                    <a:ext uri="{FF2B5EF4-FFF2-40B4-BE49-F238E27FC236}">
                      <a16:creationId xmlns:a16="http://schemas.microsoft.com/office/drawing/2014/main" id="{5D660BB8-A12A-6999-3C4A-EABDA20CCC58}"/>
                    </a:ext>
                  </a:extLst>
                </p:cNvPr>
                <p:cNvSpPr txBox="1"/>
                <p:nvPr/>
              </p:nvSpPr>
              <p:spPr>
                <a:xfrm>
                  <a:off x="7445281" y="3828164"/>
                  <a:ext cx="3548968" cy="3231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sz="1200" dirty="0">
                      <a:latin typeface="Consolas" panose="020B0609020204030204" pitchFamily="49" charset="0"/>
                    </a:rPr>
                    <a:t>Higher</a:t>
                  </a:r>
                  <a14:m>
                    <m:oMath xmlns:m="http://schemas.openxmlformats.org/officeDocument/2006/math">
                      <m:r>
                        <a:rPr lang="en-US" altLang="zh-CN" sz="1200" i="1" dirty="0">
                          <a:solidFill>
                            <a:srgbClr val="836967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zh-CN" altLang="en-US" sz="1200" i="1" dirty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CN" altLang="en-US" sz="12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zh-CN" altLang="en-US" sz="12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r>
                            <a:rPr lang="zh-CN" altLang="en-US" sz="12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d>
                        <m:dPr>
                          <m:ctrlPr>
                            <a:rPr lang="en-US" altLang="zh-CN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altLang="zh-CN" sz="1200" dirty="0">
                                  <a:solidFill>
                                    <a:srgbClr val="000000"/>
                                  </a:solidFill>
                                  <a:latin typeface="Consolas" panose="020B0609020204030204" pitchFamily="49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𝒢</m:t>
                              </m:r>
                            </m:e>
                            <m:sub>
                              <m:r>
                                <a:rPr lang="en-US" altLang="zh-CN" sz="1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CN" sz="12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 </m:t>
                      </m:r>
                    </m:oMath>
                  </a14:m>
                  <a:r>
                    <a:rPr lang="zh-CN" altLang="en-US" sz="1500" dirty="0">
                      <a:latin typeface="Consolas" panose="020B0609020204030204" pitchFamily="49" charset="0"/>
                    </a:rPr>
                    <a:t>→</a:t>
                  </a:r>
                  <a:r>
                    <a:rPr lang="zh-CN" altLang="en-US" sz="1200" dirty="0">
                      <a:latin typeface="Consolas" panose="020B0609020204030204" pitchFamily="49" charset="0"/>
                    </a:rPr>
                    <a:t> </a:t>
                  </a:r>
                  <a:r>
                    <a:rPr lang="en-US" altLang="zh-CN" sz="1200" dirty="0">
                      <a:latin typeface="Consolas" panose="020B0609020204030204" pitchFamily="49" charset="0"/>
                    </a:rPr>
                    <a:t>Higher abnormality degree</a:t>
                  </a:r>
                  <a:endParaRPr lang="zh-CN" altLang="en-US" sz="1200" dirty="0">
                    <a:latin typeface="Consolas" panose="020B0609020204030204" pitchFamily="49" charset="0"/>
                  </a:endParaRPr>
                </a:p>
              </p:txBody>
            </p:sp>
          </mc:Choice>
          <mc:Fallback>
            <p:sp>
              <p:nvSpPr>
                <p:cNvPr id="3265" name="文本框 3264">
                  <a:extLst>
                    <a:ext uri="{FF2B5EF4-FFF2-40B4-BE49-F238E27FC236}">
                      <a16:creationId xmlns:a16="http://schemas.microsoft.com/office/drawing/2014/main" id="{5D660BB8-A12A-6999-3C4A-EABDA20CCC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45281" y="3828164"/>
                  <a:ext cx="3548968" cy="323165"/>
                </a:xfrm>
                <a:prstGeom prst="rect">
                  <a:avLst/>
                </a:prstGeom>
                <a:blipFill>
                  <a:blip r:embed="rId20"/>
                  <a:stretch>
                    <a:fillRect l="-153" t="-3774" b="-1886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66" name="连接符: 肘形 3265">
              <a:extLst>
                <a:ext uri="{FF2B5EF4-FFF2-40B4-BE49-F238E27FC236}">
                  <a16:creationId xmlns:a16="http://schemas.microsoft.com/office/drawing/2014/main" id="{ED6A4D21-14ED-5349-0D70-943E137A8265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8926770" y="1747434"/>
              <a:ext cx="864000" cy="1296000"/>
            </a:xfrm>
            <a:prstGeom prst="bentConnector3">
              <a:avLst>
                <a:gd name="adj1" fmla="val 51722"/>
              </a:avLst>
            </a:prstGeom>
            <a:ln w="12700">
              <a:solidFill>
                <a:schemeClr val="tx1"/>
              </a:solidFill>
              <a:prstDash val="dash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67" name="Google Shape;704;p27">
              <a:extLst>
                <a:ext uri="{FF2B5EF4-FFF2-40B4-BE49-F238E27FC236}">
                  <a16:creationId xmlns:a16="http://schemas.microsoft.com/office/drawing/2014/main" id="{E03EBD07-20E8-9B9A-70E8-8847E556E843}"/>
                </a:ext>
              </a:extLst>
            </p:cNvPr>
            <p:cNvSpPr txBox="1"/>
            <p:nvPr/>
          </p:nvSpPr>
          <p:spPr>
            <a:xfrm>
              <a:off x="2161082" y="774064"/>
              <a:ext cx="663707" cy="376200"/>
            </a:xfrm>
            <a:prstGeom prst="rect">
              <a:avLst/>
            </a:prstGeom>
            <a:noFill/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algn="ctr"/>
              <a:r>
                <a:rPr lang="en" sz="1200" dirty="0">
                  <a:latin typeface="Consolas" panose="020B0609020204030204" pitchFamily="49" charset="0"/>
                  <a:ea typeface="Consolas"/>
                  <a:cs typeface="Consolas"/>
                  <a:sym typeface="Consolas"/>
                </a:rPr>
                <a:t>Input</a:t>
              </a:r>
              <a:endParaRPr sz="1200" dirty="0">
                <a:latin typeface="Consolas" panose="020B0609020204030204" pitchFamily="49" charset="0"/>
                <a:ea typeface="Consolas"/>
                <a:cs typeface="Consolas"/>
                <a:sym typeface="Consolas"/>
              </a:endParaRPr>
            </a:p>
          </p:txBody>
        </p:sp>
        <p:cxnSp>
          <p:nvCxnSpPr>
            <p:cNvPr id="3268" name="直接箭头连接符 3267">
              <a:extLst>
                <a:ext uri="{FF2B5EF4-FFF2-40B4-BE49-F238E27FC236}">
                  <a16:creationId xmlns:a16="http://schemas.microsoft.com/office/drawing/2014/main" id="{13CEE150-ED22-1B75-FC8C-8F780465CAE2}"/>
                </a:ext>
              </a:extLst>
            </p:cNvPr>
            <p:cNvCxnSpPr>
              <a:cxnSpLocks/>
            </p:cNvCxnSpPr>
            <p:nvPr/>
          </p:nvCxnSpPr>
          <p:spPr>
            <a:xfrm>
              <a:off x="3793054" y="1341631"/>
              <a:ext cx="6866" cy="1074605"/>
            </a:xfrm>
            <a:prstGeom prst="straightConnector1">
              <a:avLst/>
            </a:prstGeom>
            <a:ln w="12700">
              <a:solidFill>
                <a:schemeClr val="tx1"/>
              </a:solidFill>
              <a:prstDash val="dash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74" name="矩形: 圆角 3273">
              <a:extLst>
                <a:ext uri="{FF2B5EF4-FFF2-40B4-BE49-F238E27FC236}">
                  <a16:creationId xmlns:a16="http://schemas.microsoft.com/office/drawing/2014/main" id="{9AD4F131-A91F-F9F6-9F5A-5E84A1AFE552}"/>
                </a:ext>
              </a:extLst>
            </p:cNvPr>
            <p:cNvSpPr/>
            <p:nvPr/>
          </p:nvSpPr>
          <p:spPr>
            <a:xfrm>
              <a:off x="3111623" y="890838"/>
              <a:ext cx="1398600" cy="389216"/>
            </a:xfrm>
            <a:prstGeom prst="round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Consolas" panose="020B0609020204030204" pitchFamily="49" charset="0"/>
              </a:endParaRPr>
            </a:p>
          </p:txBody>
        </p:sp>
        <p:sp>
          <p:nvSpPr>
            <p:cNvPr id="3276" name="文本框 3275">
              <a:extLst>
                <a:ext uri="{FF2B5EF4-FFF2-40B4-BE49-F238E27FC236}">
                  <a16:creationId xmlns:a16="http://schemas.microsoft.com/office/drawing/2014/main" id="{FBAD89F6-2380-2858-4C7A-752D5C5D0363}"/>
                </a:ext>
              </a:extLst>
            </p:cNvPr>
            <p:cNvSpPr txBox="1"/>
            <p:nvPr/>
          </p:nvSpPr>
          <p:spPr>
            <a:xfrm>
              <a:off x="3122335" y="945300"/>
              <a:ext cx="138617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" altLang="zh-CN" sz="1200" dirty="0">
                  <a:latin typeface="Consolas" panose="020B0609020204030204" pitchFamily="49" charset="0"/>
                  <a:ea typeface="Consolas"/>
                  <a:cs typeface="Consolas"/>
                  <a:sym typeface="Consolas"/>
                </a:rPr>
                <a:t>Neural Network</a:t>
              </a:r>
              <a:endParaRPr lang="zh-CN" altLang="en-US" sz="1200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58871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主题">
  <a:themeElements>
    <a:clrScheme name="Office 2013 - 2022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主题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2118</TotalTime>
  <Words>91</Words>
  <Application>Microsoft Office PowerPoint</Application>
  <PresentationFormat>自定义</PresentationFormat>
  <Paragraphs>33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等线</vt:lpstr>
      <vt:lpstr>Arial</vt:lpstr>
      <vt:lpstr>Calibri</vt:lpstr>
      <vt:lpstr>Calibri Light</vt:lpstr>
      <vt:lpstr>Cambria Math</vt:lpstr>
      <vt:lpstr>Consolas</vt:lpstr>
      <vt:lpstr>Office 2013 - 2022 主题</vt:lpstr>
      <vt:lpstr>PowerPoint 演示文稿</vt:lpstr>
    </vt:vector>
  </TitlesOfParts>
  <Company>Macquarie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Zhenyu Yang</dc:creator>
  <cp:lastModifiedBy>Zhenyu Yang (HDR)</cp:lastModifiedBy>
  <cp:revision>27</cp:revision>
  <dcterms:created xsi:type="dcterms:W3CDTF">2023-07-30T05:09:09Z</dcterms:created>
  <dcterms:modified xsi:type="dcterms:W3CDTF">2026-03-01T23:55:11Z</dcterms:modified>
</cp:coreProperties>
</file>