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4" r:id="rId4"/>
  </p:sldMasterIdLst>
  <p:notesMasterIdLst>
    <p:notesMasterId r:id="rId6"/>
  </p:notesMasterIdLst>
  <p:sldIdLst>
    <p:sldId id="273" r:id="rId5"/>
  </p:sldIdLst>
  <p:sldSz cx="32558038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5F5F5"/>
    <a:srgbClr val="F5B7BF"/>
    <a:srgbClr val="249087"/>
    <a:srgbClr val="A2FAF8"/>
    <a:srgbClr val="7DDFD6"/>
    <a:srgbClr val="D4F4F1"/>
    <a:srgbClr val="D4F4FA"/>
    <a:srgbClr val="FCE8EA"/>
    <a:srgbClr val="F2F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41" autoAdjust="0"/>
    <p:restoredTop sz="93548" autoAdjust="0"/>
  </p:normalViewPr>
  <p:slideViewPr>
    <p:cSldViewPr snapToGrid="0">
      <p:cViewPr>
        <p:scale>
          <a:sx n="50" d="100"/>
          <a:sy n="50" d="100"/>
        </p:scale>
        <p:origin x="-594" y="6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8DF01-3205-4692-BFF9-59666254782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74688" y="1143000"/>
            <a:ext cx="82073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9CABB-0240-49C1-8E71-71C1D3D126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4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1D34-1A3D-C13B-7D17-B12EFE4F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C30520-C750-FE6E-987B-D19204853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674688" y="1143000"/>
            <a:ext cx="820737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3D0F05-454F-805C-FCF8-18C43DC1C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AF5FCC-96A5-9707-653A-1B8FDC7F9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CABB-0240-49C1-8E71-71C1D3D1269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29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9755" y="2003106"/>
            <a:ext cx="24418529" cy="4261203"/>
          </a:xfrm>
        </p:spPr>
        <p:txBody>
          <a:bodyPr anchor="b"/>
          <a:lstStyle>
            <a:lvl1pPr algn="ctr">
              <a:defRPr sz="107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9755" y="6428637"/>
            <a:ext cx="24418529" cy="2955075"/>
          </a:xfrm>
        </p:spPr>
        <p:txBody>
          <a:bodyPr/>
          <a:lstStyle>
            <a:lvl1pPr marL="0" indent="0" algn="ctr">
              <a:buNone/>
              <a:defRPr sz="4283"/>
            </a:lvl1pPr>
            <a:lvl2pPr marL="815965" indent="0" algn="ctr">
              <a:buNone/>
              <a:defRPr sz="3569"/>
            </a:lvl2pPr>
            <a:lvl3pPr marL="1631930" indent="0" algn="ctr">
              <a:buNone/>
              <a:defRPr sz="3212"/>
            </a:lvl3pPr>
            <a:lvl4pPr marL="2447895" indent="0" algn="ctr">
              <a:buNone/>
              <a:defRPr sz="2856"/>
            </a:lvl4pPr>
            <a:lvl5pPr marL="3263859" indent="0" algn="ctr">
              <a:buNone/>
              <a:defRPr sz="2856"/>
            </a:lvl5pPr>
            <a:lvl6pPr marL="4079824" indent="0" algn="ctr">
              <a:buNone/>
              <a:defRPr sz="2856"/>
            </a:lvl6pPr>
            <a:lvl7pPr marL="4895789" indent="0" algn="ctr">
              <a:buNone/>
              <a:defRPr sz="2856"/>
            </a:lvl7pPr>
            <a:lvl8pPr marL="5711754" indent="0" algn="ctr">
              <a:buNone/>
              <a:defRPr sz="2856"/>
            </a:lvl8pPr>
            <a:lvl9pPr marL="6527719" indent="0" algn="ctr">
              <a:buNone/>
              <a:defRPr sz="285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55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95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1408" y="3051408"/>
            <a:ext cx="28081308" cy="5091343"/>
          </a:xfrm>
        </p:spPr>
        <p:txBody>
          <a:bodyPr anchor="b"/>
          <a:lstStyle>
            <a:lvl1pPr>
              <a:defRPr sz="107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1408" y="8190918"/>
            <a:ext cx="28081308" cy="2677417"/>
          </a:xfrm>
        </p:spPr>
        <p:txBody>
          <a:bodyPr/>
          <a:lstStyle>
            <a:lvl1pPr marL="0" indent="0">
              <a:buNone/>
              <a:defRPr sz="4283">
                <a:solidFill>
                  <a:schemeClr val="tx1">
                    <a:tint val="75000"/>
                  </a:schemeClr>
                </a:solidFill>
              </a:defRPr>
            </a:lvl1pPr>
            <a:lvl2pPr marL="815965" indent="0">
              <a:buNone/>
              <a:defRPr sz="3569">
                <a:solidFill>
                  <a:schemeClr val="tx1">
                    <a:tint val="75000"/>
                  </a:schemeClr>
                </a:solidFill>
              </a:defRPr>
            </a:lvl2pPr>
            <a:lvl3pPr marL="1631930" indent="0">
              <a:buNone/>
              <a:defRPr sz="3212">
                <a:solidFill>
                  <a:schemeClr val="tx1">
                    <a:tint val="75000"/>
                  </a:schemeClr>
                </a:solidFill>
              </a:defRPr>
            </a:lvl3pPr>
            <a:lvl4pPr marL="2447895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4pPr>
            <a:lvl5pPr marL="3263859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5pPr>
            <a:lvl6pPr marL="4079824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6pPr>
            <a:lvl7pPr marL="4895789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7pPr>
            <a:lvl8pPr marL="5711754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8pPr>
            <a:lvl9pPr marL="6527719" indent="0">
              <a:buNone/>
              <a:defRPr sz="28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65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8365" y="3258233"/>
            <a:ext cx="13837166" cy="77659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82507" y="3258233"/>
            <a:ext cx="13837166" cy="77659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8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606" y="651647"/>
            <a:ext cx="28081308" cy="23657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2607" y="3000409"/>
            <a:ext cx="13773575" cy="1470454"/>
          </a:xfrm>
        </p:spPr>
        <p:txBody>
          <a:bodyPr anchor="b"/>
          <a:lstStyle>
            <a:lvl1pPr marL="0" indent="0">
              <a:buNone/>
              <a:defRPr sz="4283" b="1"/>
            </a:lvl1pPr>
            <a:lvl2pPr marL="815965" indent="0">
              <a:buNone/>
              <a:defRPr sz="3569" b="1"/>
            </a:lvl2pPr>
            <a:lvl3pPr marL="1631930" indent="0">
              <a:buNone/>
              <a:defRPr sz="3212" b="1"/>
            </a:lvl3pPr>
            <a:lvl4pPr marL="2447895" indent="0">
              <a:buNone/>
              <a:defRPr sz="2856" b="1"/>
            </a:lvl4pPr>
            <a:lvl5pPr marL="3263859" indent="0">
              <a:buNone/>
              <a:defRPr sz="2856" b="1"/>
            </a:lvl5pPr>
            <a:lvl6pPr marL="4079824" indent="0">
              <a:buNone/>
              <a:defRPr sz="2856" b="1"/>
            </a:lvl6pPr>
            <a:lvl7pPr marL="4895789" indent="0">
              <a:buNone/>
              <a:defRPr sz="2856" b="1"/>
            </a:lvl7pPr>
            <a:lvl8pPr marL="5711754" indent="0">
              <a:buNone/>
              <a:defRPr sz="2856" b="1"/>
            </a:lvl8pPr>
            <a:lvl9pPr marL="6527719" indent="0">
              <a:buNone/>
              <a:defRPr sz="28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42607" y="4470863"/>
            <a:ext cx="13773575" cy="65759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82507" y="3000409"/>
            <a:ext cx="13841407" cy="1470454"/>
          </a:xfrm>
        </p:spPr>
        <p:txBody>
          <a:bodyPr anchor="b"/>
          <a:lstStyle>
            <a:lvl1pPr marL="0" indent="0">
              <a:buNone/>
              <a:defRPr sz="4283" b="1"/>
            </a:lvl1pPr>
            <a:lvl2pPr marL="815965" indent="0">
              <a:buNone/>
              <a:defRPr sz="3569" b="1"/>
            </a:lvl2pPr>
            <a:lvl3pPr marL="1631930" indent="0">
              <a:buNone/>
              <a:defRPr sz="3212" b="1"/>
            </a:lvl3pPr>
            <a:lvl4pPr marL="2447895" indent="0">
              <a:buNone/>
              <a:defRPr sz="2856" b="1"/>
            </a:lvl4pPr>
            <a:lvl5pPr marL="3263859" indent="0">
              <a:buNone/>
              <a:defRPr sz="2856" b="1"/>
            </a:lvl5pPr>
            <a:lvl6pPr marL="4079824" indent="0">
              <a:buNone/>
              <a:defRPr sz="2856" b="1"/>
            </a:lvl6pPr>
            <a:lvl7pPr marL="4895789" indent="0">
              <a:buNone/>
              <a:defRPr sz="2856" b="1"/>
            </a:lvl7pPr>
            <a:lvl8pPr marL="5711754" indent="0">
              <a:buNone/>
              <a:defRPr sz="2856" b="1"/>
            </a:lvl8pPr>
            <a:lvl9pPr marL="6527719" indent="0">
              <a:buNone/>
              <a:defRPr sz="285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82507" y="4470863"/>
            <a:ext cx="13841407" cy="65759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76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52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50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607" y="815975"/>
            <a:ext cx="10500814" cy="2855913"/>
          </a:xfrm>
        </p:spPr>
        <p:txBody>
          <a:bodyPr anchor="b"/>
          <a:lstStyle>
            <a:lvl1pPr>
              <a:defRPr sz="571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1407" y="1762280"/>
            <a:ext cx="16482507" cy="8698067"/>
          </a:xfrm>
        </p:spPr>
        <p:txBody>
          <a:bodyPr/>
          <a:lstStyle>
            <a:lvl1pPr>
              <a:defRPr sz="5711"/>
            </a:lvl1pPr>
            <a:lvl2pPr>
              <a:defRPr sz="4997"/>
            </a:lvl2pPr>
            <a:lvl3pPr>
              <a:defRPr sz="4283"/>
            </a:lvl3pPr>
            <a:lvl4pPr>
              <a:defRPr sz="3569"/>
            </a:lvl4pPr>
            <a:lvl5pPr>
              <a:defRPr sz="3569"/>
            </a:lvl5pPr>
            <a:lvl6pPr>
              <a:defRPr sz="3569"/>
            </a:lvl6pPr>
            <a:lvl7pPr>
              <a:defRPr sz="3569"/>
            </a:lvl7pPr>
            <a:lvl8pPr>
              <a:defRPr sz="3569"/>
            </a:lvl8pPr>
            <a:lvl9pPr>
              <a:defRPr sz="356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2607" y="3671887"/>
            <a:ext cx="10500814" cy="6802626"/>
          </a:xfrm>
        </p:spPr>
        <p:txBody>
          <a:bodyPr/>
          <a:lstStyle>
            <a:lvl1pPr marL="0" indent="0">
              <a:buNone/>
              <a:defRPr sz="2856"/>
            </a:lvl1pPr>
            <a:lvl2pPr marL="815965" indent="0">
              <a:buNone/>
              <a:defRPr sz="2499"/>
            </a:lvl2pPr>
            <a:lvl3pPr marL="1631930" indent="0">
              <a:buNone/>
              <a:defRPr sz="2142"/>
            </a:lvl3pPr>
            <a:lvl4pPr marL="2447895" indent="0">
              <a:buNone/>
              <a:defRPr sz="1785"/>
            </a:lvl4pPr>
            <a:lvl5pPr marL="3263859" indent="0">
              <a:buNone/>
              <a:defRPr sz="1785"/>
            </a:lvl5pPr>
            <a:lvl6pPr marL="4079824" indent="0">
              <a:buNone/>
              <a:defRPr sz="1785"/>
            </a:lvl6pPr>
            <a:lvl7pPr marL="4895789" indent="0">
              <a:buNone/>
              <a:defRPr sz="1785"/>
            </a:lvl7pPr>
            <a:lvl8pPr marL="5711754" indent="0">
              <a:buNone/>
              <a:defRPr sz="1785"/>
            </a:lvl8pPr>
            <a:lvl9pPr marL="6527719" indent="0">
              <a:buNone/>
              <a:defRPr sz="1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85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607" y="815975"/>
            <a:ext cx="10500814" cy="2855913"/>
          </a:xfrm>
        </p:spPr>
        <p:txBody>
          <a:bodyPr anchor="b"/>
          <a:lstStyle>
            <a:lvl1pPr>
              <a:defRPr sz="571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41407" y="1762280"/>
            <a:ext cx="16482507" cy="8698067"/>
          </a:xfrm>
        </p:spPr>
        <p:txBody>
          <a:bodyPr anchor="t"/>
          <a:lstStyle>
            <a:lvl1pPr marL="0" indent="0">
              <a:buNone/>
              <a:defRPr sz="5711"/>
            </a:lvl1pPr>
            <a:lvl2pPr marL="815965" indent="0">
              <a:buNone/>
              <a:defRPr sz="4997"/>
            </a:lvl2pPr>
            <a:lvl3pPr marL="1631930" indent="0">
              <a:buNone/>
              <a:defRPr sz="4283"/>
            </a:lvl3pPr>
            <a:lvl4pPr marL="2447895" indent="0">
              <a:buNone/>
              <a:defRPr sz="3569"/>
            </a:lvl4pPr>
            <a:lvl5pPr marL="3263859" indent="0">
              <a:buNone/>
              <a:defRPr sz="3569"/>
            </a:lvl5pPr>
            <a:lvl6pPr marL="4079824" indent="0">
              <a:buNone/>
              <a:defRPr sz="3569"/>
            </a:lvl6pPr>
            <a:lvl7pPr marL="4895789" indent="0">
              <a:buNone/>
              <a:defRPr sz="3569"/>
            </a:lvl7pPr>
            <a:lvl8pPr marL="5711754" indent="0">
              <a:buNone/>
              <a:defRPr sz="3569"/>
            </a:lvl8pPr>
            <a:lvl9pPr marL="6527719" indent="0">
              <a:buNone/>
              <a:defRPr sz="356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2607" y="3671887"/>
            <a:ext cx="10500814" cy="6802626"/>
          </a:xfrm>
        </p:spPr>
        <p:txBody>
          <a:bodyPr/>
          <a:lstStyle>
            <a:lvl1pPr marL="0" indent="0">
              <a:buNone/>
              <a:defRPr sz="2856"/>
            </a:lvl1pPr>
            <a:lvl2pPr marL="815965" indent="0">
              <a:buNone/>
              <a:defRPr sz="2499"/>
            </a:lvl2pPr>
            <a:lvl3pPr marL="1631930" indent="0">
              <a:buNone/>
              <a:defRPr sz="2142"/>
            </a:lvl3pPr>
            <a:lvl4pPr marL="2447895" indent="0">
              <a:buNone/>
              <a:defRPr sz="1785"/>
            </a:lvl4pPr>
            <a:lvl5pPr marL="3263859" indent="0">
              <a:buNone/>
              <a:defRPr sz="1785"/>
            </a:lvl5pPr>
            <a:lvl6pPr marL="4079824" indent="0">
              <a:buNone/>
              <a:defRPr sz="1785"/>
            </a:lvl6pPr>
            <a:lvl7pPr marL="4895789" indent="0">
              <a:buNone/>
              <a:defRPr sz="1785"/>
            </a:lvl7pPr>
            <a:lvl8pPr marL="5711754" indent="0">
              <a:buNone/>
              <a:defRPr sz="1785"/>
            </a:lvl8pPr>
            <a:lvl9pPr marL="6527719" indent="0">
              <a:buNone/>
              <a:defRPr sz="1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20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7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299346" y="651647"/>
            <a:ext cx="7020327" cy="103725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8365" y="651647"/>
            <a:ext cx="20654005" cy="103725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0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8365" y="651647"/>
            <a:ext cx="28081308" cy="236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8365" y="3258233"/>
            <a:ext cx="28081308" cy="776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38365" y="11344320"/>
            <a:ext cx="7325559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84850" y="11344320"/>
            <a:ext cx="10988338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994114" y="11344320"/>
            <a:ext cx="7325559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48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1631930" rtl="0" eaLnBrk="1" latinLnBrk="0" hangingPunct="1">
        <a:lnSpc>
          <a:spcPct val="90000"/>
        </a:lnSpc>
        <a:spcBef>
          <a:spcPct val="0"/>
        </a:spcBef>
        <a:buNone/>
        <a:defRPr sz="78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7982" indent="-407982" algn="l" defTabSz="1631930" rtl="0" eaLnBrk="1" latinLnBrk="0" hangingPunct="1">
        <a:lnSpc>
          <a:spcPct val="90000"/>
        </a:lnSpc>
        <a:spcBef>
          <a:spcPts val="1785"/>
        </a:spcBef>
        <a:buFont typeface="Arial" panose="020B0604020202020204" pitchFamily="34" charset="0"/>
        <a:buChar char="•"/>
        <a:defRPr sz="4997" kern="1200">
          <a:solidFill>
            <a:schemeClr val="tx1"/>
          </a:solidFill>
          <a:latin typeface="+mn-lt"/>
          <a:ea typeface="+mn-ea"/>
          <a:cs typeface="+mn-cs"/>
        </a:defRPr>
      </a:lvl1pPr>
      <a:lvl2pPr marL="1223947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4283" kern="1200">
          <a:solidFill>
            <a:schemeClr val="tx1"/>
          </a:solidFill>
          <a:latin typeface="+mn-lt"/>
          <a:ea typeface="+mn-ea"/>
          <a:cs typeface="+mn-cs"/>
        </a:defRPr>
      </a:lvl2pPr>
      <a:lvl3pPr marL="2039912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569" kern="1200">
          <a:solidFill>
            <a:schemeClr val="tx1"/>
          </a:solidFill>
          <a:latin typeface="+mn-lt"/>
          <a:ea typeface="+mn-ea"/>
          <a:cs typeface="+mn-cs"/>
        </a:defRPr>
      </a:lvl3pPr>
      <a:lvl4pPr marL="2855877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4pPr>
      <a:lvl5pPr marL="3671842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5pPr>
      <a:lvl6pPr marL="4487807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6pPr>
      <a:lvl7pPr marL="5303771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7pPr>
      <a:lvl8pPr marL="6119736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8pPr>
      <a:lvl9pPr marL="6935701" indent="-407982" algn="l" defTabSz="1631930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1pPr>
      <a:lvl2pPr marL="815965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2pPr>
      <a:lvl3pPr marL="1631930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3pPr>
      <a:lvl4pPr marL="2447895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4pPr>
      <a:lvl5pPr marL="3263859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5pPr>
      <a:lvl6pPr marL="4079824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6pPr>
      <a:lvl7pPr marL="4895789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7pPr>
      <a:lvl8pPr marL="5711754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8pPr>
      <a:lvl9pPr marL="6527719" algn="l" defTabSz="1631930" rtl="0" eaLnBrk="1" latinLnBrk="0" hangingPunct="1">
        <a:defRPr sz="3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51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0002-E0C5-9A6E-FEC7-72F531FF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F082486-D2E0-AAED-8978-8CA86EB25CF0}"/>
              </a:ext>
            </a:extLst>
          </p:cNvPr>
          <p:cNvGrpSpPr/>
          <p:nvPr/>
        </p:nvGrpSpPr>
        <p:grpSpPr>
          <a:xfrm>
            <a:off x="2266950" y="342900"/>
            <a:ext cx="29051250" cy="11735423"/>
            <a:chOff x="4273828" y="133586"/>
            <a:chExt cx="24054582" cy="11944737"/>
          </a:xfrm>
        </p:grpSpPr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BAB39E9B-09E6-A166-D66C-528B58099415}"/>
                </a:ext>
              </a:extLst>
            </p:cNvPr>
            <p:cNvSpPr/>
            <p:nvPr/>
          </p:nvSpPr>
          <p:spPr>
            <a:xfrm>
              <a:off x="11363020" y="4449021"/>
              <a:ext cx="16932728" cy="7516772"/>
            </a:xfrm>
            <a:custGeom>
              <a:avLst/>
              <a:gdLst>
                <a:gd name="connsiteX0" fmla="*/ 4248970 w 16681419"/>
                <a:gd name="connsiteY0" fmla="*/ 0 h 7521513"/>
                <a:gd name="connsiteX1" fmla="*/ 10173755 w 16681419"/>
                <a:gd name="connsiteY1" fmla="*/ 0 h 7521513"/>
                <a:gd name="connsiteX2" fmla="*/ 10173755 w 16681419"/>
                <a:gd name="connsiteY2" fmla="*/ 7054 h 7521513"/>
                <a:gd name="connsiteX3" fmla="*/ 16681419 w 16681419"/>
                <a:gd name="connsiteY3" fmla="*/ 7054 h 7521513"/>
                <a:gd name="connsiteX4" fmla="*/ 16681419 w 16681419"/>
                <a:gd name="connsiteY4" fmla="*/ 2773570 h 7521513"/>
                <a:gd name="connsiteX5" fmla="*/ 10173755 w 16681419"/>
                <a:gd name="connsiteY5" fmla="*/ 2773570 h 7521513"/>
                <a:gd name="connsiteX6" fmla="*/ 10173755 w 16681419"/>
                <a:gd name="connsiteY6" fmla="*/ 7521513 h 7521513"/>
                <a:gd name="connsiteX7" fmla="*/ 4248970 w 16681419"/>
                <a:gd name="connsiteY7" fmla="*/ 7521513 h 7521513"/>
                <a:gd name="connsiteX8" fmla="*/ 0 w 16681419"/>
                <a:gd name="connsiteY8" fmla="*/ 7521513 h 7521513"/>
                <a:gd name="connsiteX9" fmla="*/ 0 w 16681419"/>
                <a:gd name="connsiteY9" fmla="*/ 4447316 h 7521513"/>
                <a:gd name="connsiteX10" fmla="*/ 4248970 w 16681419"/>
                <a:gd name="connsiteY10" fmla="*/ 4447316 h 7521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1419" h="7521513">
                  <a:moveTo>
                    <a:pt x="4248970" y="0"/>
                  </a:moveTo>
                  <a:lnTo>
                    <a:pt x="10173755" y="0"/>
                  </a:lnTo>
                  <a:lnTo>
                    <a:pt x="10173755" y="7054"/>
                  </a:lnTo>
                  <a:lnTo>
                    <a:pt x="16681419" y="7054"/>
                  </a:lnTo>
                  <a:lnTo>
                    <a:pt x="16681419" y="2773570"/>
                  </a:lnTo>
                  <a:lnTo>
                    <a:pt x="10173755" y="2773570"/>
                  </a:lnTo>
                  <a:lnTo>
                    <a:pt x="10173755" y="7521513"/>
                  </a:lnTo>
                  <a:lnTo>
                    <a:pt x="4248970" y="7521513"/>
                  </a:lnTo>
                  <a:lnTo>
                    <a:pt x="0" y="7521513"/>
                  </a:lnTo>
                  <a:lnTo>
                    <a:pt x="0" y="4447316"/>
                  </a:lnTo>
                  <a:lnTo>
                    <a:pt x="4248970" y="444731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noFill/>
              <a:prstDash val="lgDash"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F979793-5236-7DDC-5825-4153C49E8B3D}"/>
                </a:ext>
              </a:extLst>
            </p:cNvPr>
            <p:cNvSpPr/>
            <p:nvPr/>
          </p:nvSpPr>
          <p:spPr>
            <a:xfrm>
              <a:off x="8827814" y="151625"/>
              <a:ext cx="19492422" cy="3989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prstDash val="lgDash"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06CBBF4-061E-1F8A-951B-0E98C53BA78B}"/>
                </a:ext>
              </a:extLst>
            </p:cNvPr>
            <p:cNvSpPr/>
            <p:nvPr/>
          </p:nvSpPr>
          <p:spPr>
            <a:xfrm>
              <a:off x="22041229" y="7560219"/>
              <a:ext cx="6287181" cy="4479052"/>
            </a:xfrm>
            <a:prstGeom prst="rect">
              <a:avLst/>
            </a:prstGeom>
            <a:solidFill>
              <a:srgbClr val="F2F2F2"/>
            </a:solidFill>
            <a:ln w="25400">
              <a:noFill/>
              <a:prstDash val="lgDash"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DC350E4-92E0-841B-74F3-E88941304429}"/>
                </a:ext>
              </a:extLst>
            </p:cNvPr>
            <p:cNvSpPr/>
            <p:nvPr/>
          </p:nvSpPr>
          <p:spPr>
            <a:xfrm>
              <a:off x="4658886" y="4473986"/>
              <a:ext cx="10530281" cy="41259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prstDash val="lgDash"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3501391-F7B0-B1F0-316E-462EB6C113C3}"/>
                </a:ext>
              </a:extLst>
            </p:cNvPr>
            <p:cNvSpPr/>
            <p:nvPr/>
          </p:nvSpPr>
          <p:spPr>
            <a:xfrm>
              <a:off x="4647287" y="151620"/>
              <a:ext cx="3738541" cy="39898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  <a:prstDash val="dash"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729123E-C044-1147-FA19-C5E8E43F7B2A}"/>
                </a:ext>
              </a:extLst>
            </p:cNvPr>
            <p:cNvSpPr/>
            <p:nvPr/>
          </p:nvSpPr>
          <p:spPr>
            <a:xfrm>
              <a:off x="6950395" y="3068876"/>
              <a:ext cx="1341720" cy="794604"/>
            </a:xfrm>
            <a:prstGeom prst="roundRect">
              <a:avLst/>
            </a:prstGeom>
            <a:solidFill>
              <a:srgbClr val="EE822F">
                <a:lumMod val="40000"/>
                <a:lumOff val="60000"/>
              </a:srgb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r" defTabSz="1124889"/>
              <a:r>
                <a:rPr lang="en-US" altLang="zh-CN" sz="32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LLM</a:t>
              </a:r>
              <a:endParaRPr lang="zh-CN" altLang="en-US" sz="32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54918E6-5C75-67A0-8741-9AFBCE11F428}"/>
                </a:ext>
              </a:extLst>
            </p:cNvPr>
            <p:cNvGrpSpPr/>
            <p:nvPr/>
          </p:nvGrpSpPr>
          <p:grpSpPr>
            <a:xfrm>
              <a:off x="4703339" y="973127"/>
              <a:ext cx="1742543" cy="1451243"/>
              <a:chOff x="232725" y="2157211"/>
              <a:chExt cx="939252" cy="858195"/>
            </a:xfrm>
          </p:grpSpPr>
          <p:pic>
            <p:nvPicPr>
              <p:cNvPr id="9" name="图形 8" descr="报纸 纯色填充">
                <a:extLst>
                  <a:ext uri="{FF2B5EF4-FFF2-40B4-BE49-F238E27FC236}">
                    <a16:creationId xmlns:a16="http://schemas.microsoft.com/office/drawing/2014/main" id="{0403A6FE-AD9A-A6DC-B0F5-43318DFD3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95988" y="2365026"/>
                <a:ext cx="201565" cy="218547"/>
              </a:xfrm>
              <a:prstGeom prst="rect">
                <a:avLst/>
              </a:prstGeom>
            </p:spPr>
          </p:pic>
          <p:pic>
            <p:nvPicPr>
              <p:cNvPr id="10" name="图形 9" descr="用户 纯色填充">
                <a:extLst>
                  <a:ext uri="{FF2B5EF4-FFF2-40B4-BE49-F238E27FC236}">
                    <a16:creationId xmlns:a16="http://schemas.microsoft.com/office/drawing/2014/main" id="{DF2DAE62-A354-0FDA-DEFC-40A4C61EE5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2725" y="2749612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1" name="图形 10" descr="用户 纯色填充">
                <a:extLst>
                  <a:ext uri="{FF2B5EF4-FFF2-40B4-BE49-F238E27FC236}">
                    <a16:creationId xmlns:a16="http://schemas.microsoft.com/office/drawing/2014/main" id="{A68D0718-0959-4E41-D7E1-0C164327C5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95988" y="2837738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2" name="图形 11" descr="用户 纯色填充">
                <a:extLst>
                  <a:ext uri="{FF2B5EF4-FFF2-40B4-BE49-F238E27FC236}">
                    <a16:creationId xmlns:a16="http://schemas.microsoft.com/office/drawing/2014/main" id="{D56B0BE3-98B5-C63A-5E78-B1F581F7C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51025" y="2660069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3" name="图形 12" descr="用户 纯色填充">
                <a:extLst>
                  <a:ext uri="{FF2B5EF4-FFF2-40B4-BE49-F238E27FC236}">
                    <a16:creationId xmlns:a16="http://schemas.microsoft.com/office/drawing/2014/main" id="{D00C0043-3A55-F71F-205F-68C3C0764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68261" y="2157211"/>
                <a:ext cx="163863" cy="177668"/>
              </a:xfrm>
              <a:prstGeom prst="rect">
                <a:avLst/>
              </a:prstGeom>
            </p:spPr>
          </p:pic>
          <p:pic>
            <p:nvPicPr>
              <p:cNvPr id="14" name="图形 13" descr="用户 纯色填充">
                <a:extLst>
                  <a:ext uri="{FF2B5EF4-FFF2-40B4-BE49-F238E27FC236}">
                    <a16:creationId xmlns:a16="http://schemas.microsoft.com/office/drawing/2014/main" id="{804FF32B-6FBF-B379-F7C3-1260E9458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08114" y="2199220"/>
                <a:ext cx="163863" cy="177668"/>
              </a:xfrm>
              <a:prstGeom prst="rect">
                <a:avLst/>
              </a:prstGeom>
            </p:spPr>
          </p:pic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B4A07AEC-4F23-8EC9-6F5B-CFEF2912D2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88" y="2299649"/>
                <a:ext cx="198906" cy="149216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2FE9C76C-0566-22EE-32A6-0EA5380027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6773" y="2502163"/>
                <a:ext cx="237981" cy="271758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FD8D8F8-4595-B46E-DE40-6C9C186A768A}"/>
                  </a:ext>
                </a:extLst>
              </p:cNvPr>
              <p:cNvCxnSpPr>
                <a:cxnSpLocks/>
                <a:stCxn id="9" idx="3"/>
                <a:endCxn id="14" idx="1"/>
              </p:cNvCxnSpPr>
              <p:nvPr/>
            </p:nvCxnSpPr>
            <p:spPr>
              <a:xfrm flipV="1">
                <a:off x="797553" y="2288055"/>
                <a:ext cx="210561" cy="186245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DB78C3B-48DE-8221-49BF-96921A096C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851" y="2484096"/>
                <a:ext cx="198906" cy="264808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EF5A407-625A-96B6-18AA-B34163BC4207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>
                <a:off x="677919" y="2542695"/>
                <a:ext cx="0" cy="295043"/>
              </a:xfrm>
              <a:prstGeom prst="line">
                <a:avLst/>
              </a:prstGeom>
              <a:noFill/>
              <a:ln w="317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CD0EB0C0-FF6E-73F5-0B79-936C7C072D95}"/>
                </a:ext>
              </a:extLst>
            </p:cNvPr>
            <p:cNvGrpSpPr/>
            <p:nvPr/>
          </p:nvGrpSpPr>
          <p:grpSpPr>
            <a:xfrm>
              <a:off x="4935432" y="2934235"/>
              <a:ext cx="1389841" cy="1077018"/>
              <a:chOff x="106446" y="4044176"/>
              <a:chExt cx="975222" cy="788317"/>
            </a:xfrm>
          </p:grpSpPr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A802D820-9F17-1630-46BE-0EB9898E1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446" y="4065986"/>
                <a:ext cx="766507" cy="766507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E2E5AC81-2D0E-1902-EEBD-22EE927EA8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8851" y="4050914"/>
                <a:ext cx="766507" cy="766507"/>
              </a:xfrm>
              <a:prstGeom prst="rect">
                <a:avLst/>
              </a:prstGeom>
            </p:spPr>
          </p:pic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D91E70A-8980-30E0-3077-878A6FFAE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161" y="4044176"/>
                <a:ext cx="766507" cy="766507"/>
              </a:xfrm>
              <a:prstGeom prst="rect">
                <a:avLst/>
              </a:prstGeom>
            </p:spPr>
          </p:pic>
        </p:grp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6EC732E0-BB89-34A4-F815-537B0992D895}"/>
                </a:ext>
              </a:extLst>
            </p:cNvPr>
            <p:cNvSpPr/>
            <p:nvPr/>
          </p:nvSpPr>
          <p:spPr>
            <a:xfrm>
              <a:off x="6932013" y="1355064"/>
              <a:ext cx="1362257" cy="79460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124889"/>
              <a:r>
                <a:rPr lang="en-US" altLang="zh-CN" sz="3200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GNN</a:t>
              </a:r>
              <a:endParaRPr lang="zh-CN" altLang="en-US" sz="32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5" name="文本框 814">
              <a:extLst>
                <a:ext uri="{FF2B5EF4-FFF2-40B4-BE49-F238E27FC236}">
                  <a16:creationId xmlns:a16="http://schemas.microsoft.com/office/drawing/2014/main" id="{FFD3F618-6216-45A7-99B6-3436F4A754E6}"/>
                </a:ext>
              </a:extLst>
            </p:cNvPr>
            <p:cNvSpPr txBox="1"/>
            <p:nvPr/>
          </p:nvSpPr>
          <p:spPr>
            <a:xfrm>
              <a:off x="15759428" y="4508871"/>
              <a:ext cx="32193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Loss Function</a:t>
              </a:r>
              <a:endPara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7" name="文本框 816">
              <a:extLst>
                <a:ext uri="{FF2B5EF4-FFF2-40B4-BE49-F238E27FC236}">
                  <a16:creationId xmlns:a16="http://schemas.microsoft.com/office/drawing/2014/main" id="{404D31BC-6957-C0EE-8AF4-EF4FEC63F18C}"/>
                </a:ext>
              </a:extLst>
            </p:cNvPr>
            <p:cNvSpPr txBox="1"/>
            <p:nvPr/>
          </p:nvSpPr>
          <p:spPr>
            <a:xfrm>
              <a:off x="4832754" y="4421931"/>
              <a:ext cx="36145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Add Pseudo-Label</a:t>
              </a:r>
              <a:endParaRPr lang="zh-CN" altLang="en-US" sz="32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83" name="直接箭头连接符 882">
              <a:extLst>
                <a:ext uri="{FF2B5EF4-FFF2-40B4-BE49-F238E27FC236}">
                  <a16:creationId xmlns:a16="http://schemas.microsoft.com/office/drawing/2014/main" id="{E5D71F3B-7F45-0627-ED5A-3E91B6C92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347" y="1752366"/>
              <a:ext cx="619542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直接箭头连接符 883">
              <a:extLst>
                <a:ext uri="{FF2B5EF4-FFF2-40B4-BE49-F238E27FC236}">
                  <a16:creationId xmlns:a16="http://schemas.microsoft.com/office/drawing/2014/main" id="{BD43BB0A-9768-6A09-64DF-99B8271BB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7687" y="3514878"/>
              <a:ext cx="61920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1AFDA8F-209B-3BD6-D1C3-3D696F731B4F}"/>
                </a:ext>
              </a:extLst>
            </p:cNvPr>
            <p:cNvSpPr txBox="1"/>
            <p:nvPr/>
          </p:nvSpPr>
          <p:spPr>
            <a:xfrm>
              <a:off x="4771233" y="133586"/>
              <a:ext cx="35910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8B57EF5-8AC4-6B24-3F99-4C367E096982}"/>
                </a:ext>
              </a:extLst>
            </p:cNvPr>
            <p:cNvSpPr txBox="1"/>
            <p:nvPr/>
          </p:nvSpPr>
          <p:spPr>
            <a:xfrm>
              <a:off x="4834285" y="6633128"/>
              <a:ext cx="83597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/>
                <a:t> </a:t>
              </a:r>
              <a:endParaRPr lang="zh-CN" altLang="en-US" dirty="0"/>
            </a:p>
          </p:txBody>
        </p: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2996DD85-0477-1FFF-193C-940B30420D34}"/>
                </a:ext>
              </a:extLst>
            </p:cNvPr>
            <p:cNvGrpSpPr/>
            <p:nvPr/>
          </p:nvGrpSpPr>
          <p:grpSpPr>
            <a:xfrm>
              <a:off x="5442480" y="5567699"/>
              <a:ext cx="798243" cy="2875841"/>
              <a:chOff x="15750227" y="9676833"/>
              <a:chExt cx="1045857" cy="1913788"/>
            </a:xfrm>
          </p:grpSpPr>
          <p:sp>
            <p:nvSpPr>
              <p:cNvPr id="232" name="左大括号 231">
                <a:extLst>
                  <a:ext uri="{FF2B5EF4-FFF2-40B4-BE49-F238E27FC236}">
                    <a16:creationId xmlns:a16="http://schemas.microsoft.com/office/drawing/2014/main" id="{95DA88C8-E516-DA79-C6FA-55FEBD1EB9A6}"/>
                  </a:ext>
                </a:extLst>
              </p:cNvPr>
              <p:cNvSpPr/>
              <p:nvPr/>
            </p:nvSpPr>
            <p:spPr>
              <a:xfrm>
                <a:off x="15750227" y="9676833"/>
                <a:ext cx="1045857" cy="1913788"/>
              </a:xfrm>
              <a:prstGeom prst="leftBrac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913CBED7-08BF-8CF7-6F10-4866AD945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48669" y="10632061"/>
                <a:ext cx="587411" cy="0"/>
              </a:xfrm>
              <a:prstGeom prst="line">
                <a:avLst/>
              </a:prstGeom>
              <a:ln w="412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4" name="文本框 233">
              <a:extLst>
                <a:ext uri="{FF2B5EF4-FFF2-40B4-BE49-F238E27FC236}">
                  <a16:creationId xmlns:a16="http://schemas.microsoft.com/office/drawing/2014/main" id="{313BA656-4AE0-CCF1-5B2C-82659A140B0F}"/>
                </a:ext>
              </a:extLst>
            </p:cNvPr>
            <p:cNvSpPr txBox="1"/>
            <p:nvPr/>
          </p:nvSpPr>
          <p:spPr>
            <a:xfrm>
              <a:off x="6466711" y="5271746"/>
              <a:ext cx="569848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Both GNN and LLM embeddings close to center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A22B0899-98B0-F17F-FC8A-32459E82DA5A}"/>
                </a:ext>
              </a:extLst>
            </p:cNvPr>
            <p:cNvSpPr txBox="1"/>
            <p:nvPr/>
          </p:nvSpPr>
          <p:spPr>
            <a:xfrm>
              <a:off x="6560287" y="6602532"/>
              <a:ext cx="58606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Both GNN and LLM embeddings far from center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22559567-8EF7-A701-D4C8-38624E2781C3}"/>
                </a:ext>
              </a:extLst>
            </p:cNvPr>
            <p:cNvSpPr txBox="1"/>
            <p:nvPr/>
          </p:nvSpPr>
          <p:spPr>
            <a:xfrm>
              <a:off x="6471114" y="7995585"/>
              <a:ext cx="29327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Others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74DD2FC6-AF91-B8D2-9B48-040DA9CF06A3}"/>
                </a:ext>
              </a:extLst>
            </p:cNvPr>
            <p:cNvSpPr txBox="1"/>
            <p:nvPr/>
          </p:nvSpPr>
          <p:spPr>
            <a:xfrm>
              <a:off x="12557115" y="4714516"/>
              <a:ext cx="29079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Pseudo-label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9A757C26-F416-D66A-908F-34AD9D0B9C2A}"/>
                </a:ext>
              </a:extLst>
            </p:cNvPr>
            <p:cNvSpPr txBox="1"/>
            <p:nvPr/>
          </p:nvSpPr>
          <p:spPr>
            <a:xfrm>
              <a:off x="12165196" y="7872689"/>
              <a:ext cx="29327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 confidence</a:t>
              </a:r>
              <a:endParaRPr lang="zh-CN" altLang="en-US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777342CD-0130-1FEC-BF17-A47A8F8B3D1A}"/>
                </a:ext>
              </a:extLst>
            </p:cNvPr>
            <p:cNvGrpSpPr/>
            <p:nvPr/>
          </p:nvGrpSpPr>
          <p:grpSpPr>
            <a:xfrm>
              <a:off x="15736017" y="4881853"/>
              <a:ext cx="5490883" cy="5318082"/>
              <a:chOff x="11570000" y="5321019"/>
              <a:chExt cx="5490883" cy="5318082"/>
            </a:xfrm>
          </p:grpSpPr>
          <p:grpSp>
            <p:nvGrpSpPr>
              <p:cNvPr id="284" name="组合 283">
                <a:extLst>
                  <a:ext uri="{FF2B5EF4-FFF2-40B4-BE49-F238E27FC236}">
                    <a16:creationId xmlns:a16="http://schemas.microsoft.com/office/drawing/2014/main" id="{966FA055-361F-F359-6885-2CFFFC0AA5B6}"/>
                  </a:ext>
                </a:extLst>
              </p:cNvPr>
              <p:cNvGrpSpPr/>
              <p:nvPr/>
            </p:nvGrpSpPr>
            <p:grpSpPr>
              <a:xfrm>
                <a:off x="11570000" y="5321019"/>
                <a:ext cx="5490883" cy="5318082"/>
                <a:chOff x="12550215" y="5246007"/>
                <a:chExt cx="6002975" cy="5525380"/>
              </a:xfrm>
            </p:grpSpPr>
            <p:grpSp>
              <p:nvGrpSpPr>
                <p:cNvPr id="464" name="组合 463">
                  <a:extLst>
                    <a:ext uri="{FF2B5EF4-FFF2-40B4-BE49-F238E27FC236}">
                      <a16:creationId xmlns:a16="http://schemas.microsoft.com/office/drawing/2014/main" id="{0EFA7522-E0A1-88D5-2932-B9C59ED87EA7}"/>
                    </a:ext>
                  </a:extLst>
                </p:cNvPr>
                <p:cNvGrpSpPr/>
                <p:nvPr/>
              </p:nvGrpSpPr>
              <p:grpSpPr>
                <a:xfrm>
                  <a:off x="12550215" y="5246007"/>
                  <a:ext cx="6002975" cy="4768616"/>
                  <a:chOff x="3144432" y="314561"/>
                  <a:chExt cx="5983384" cy="4856549"/>
                </a:xfrm>
              </p:grpSpPr>
              <p:cxnSp>
                <p:nvCxnSpPr>
                  <p:cNvPr id="465" name="直接连接符 464">
                    <a:extLst>
                      <a:ext uri="{FF2B5EF4-FFF2-40B4-BE49-F238E27FC236}">
                        <a16:creationId xmlns:a16="http://schemas.microsoft.com/office/drawing/2014/main" id="{A07DF20F-B254-D377-1F19-7162E40E6C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3423176" y="5171110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6" name="直接连接符 465">
                    <a:extLst>
                      <a:ext uri="{FF2B5EF4-FFF2-40B4-BE49-F238E27FC236}">
                        <a16:creationId xmlns:a16="http://schemas.microsoft.com/office/drawing/2014/main" id="{A9EF1453-3126-5E8B-357A-1E6938E2DD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7649126" y="3118282"/>
                    <a:ext cx="0" cy="2957381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7" name="直接连接符 466">
                    <a:extLst>
                      <a:ext uri="{FF2B5EF4-FFF2-40B4-BE49-F238E27FC236}">
                        <a16:creationId xmlns:a16="http://schemas.microsoft.com/office/drawing/2014/main" id="{04065597-8371-FEC4-6844-67DE9402C7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44776" y="2433929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8" name="直接连接符 467">
                    <a:extLst>
                      <a:ext uri="{FF2B5EF4-FFF2-40B4-BE49-F238E27FC236}">
                        <a16:creationId xmlns:a16="http://schemas.microsoft.com/office/drawing/2014/main" id="{2559713C-B1AA-4FF7-305D-953E43A314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83234" y="2385404"/>
                    <a:ext cx="0" cy="242795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9" name="直接连接符 468">
                    <a:extLst>
                      <a:ext uri="{FF2B5EF4-FFF2-40B4-BE49-F238E27FC236}">
                        <a16:creationId xmlns:a16="http://schemas.microsoft.com/office/drawing/2014/main" id="{BE1D54EF-6EFD-9909-010C-1FB81E72D1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6065216" y="2768645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0" name="直接连接符 469">
                    <a:extLst>
                      <a:ext uri="{FF2B5EF4-FFF2-40B4-BE49-F238E27FC236}">
                        <a16:creationId xmlns:a16="http://schemas.microsoft.com/office/drawing/2014/main" id="{FA9BA8ED-63EE-2438-FD4D-FC6D48F69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6616301" y="2917774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1" name="直接连接符 470">
                    <a:extLst>
                      <a:ext uri="{FF2B5EF4-FFF2-40B4-BE49-F238E27FC236}">
                        <a16:creationId xmlns:a16="http://schemas.microsoft.com/office/drawing/2014/main" id="{53D60FFD-D6D8-71C3-F563-283B9DDA8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7133275" y="3055708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2" name="直接连接符 471">
                    <a:extLst>
                      <a:ext uri="{FF2B5EF4-FFF2-40B4-BE49-F238E27FC236}">
                        <a16:creationId xmlns:a16="http://schemas.microsoft.com/office/drawing/2014/main" id="{FF5B5259-63AB-E856-E64A-7F6BB5049E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5543192" y="2678745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3" name="直接连接符 472">
                    <a:extLst>
                      <a:ext uri="{FF2B5EF4-FFF2-40B4-BE49-F238E27FC236}">
                        <a16:creationId xmlns:a16="http://schemas.microsoft.com/office/drawing/2014/main" id="{E20D133E-F98C-95C2-C097-676F734298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5040153" y="2537060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4" name="直接连接符 473">
                    <a:extLst>
                      <a:ext uri="{FF2B5EF4-FFF2-40B4-BE49-F238E27FC236}">
                        <a16:creationId xmlns:a16="http://schemas.microsoft.com/office/drawing/2014/main" id="{09CC3C1F-8093-322E-5915-EE7E1F739D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57304" y="2146376"/>
                    <a:ext cx="0" cy="2367275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5" name="直接连接符 474">
                    <a:extLst>
                      <a:ext uri="{FF2B5EF4-FFF2-40B4-BE49-F238E27FC236}">
                        <a16:creationId xmlns:a16="http://schemas.microsoft.com/office/drawing/2014/main" id="{078A6DBC-C8A8-C2B2-2725-057BE14B0DF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252660" y="1428491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6" name="直接连接符 475">
                    <a:extLst>
                      <a:ext uri="{FF2B5EF4-FFF2-40B4-BE49-F238E27FC236}">
                        <a16:creationId xmlns:a16="http://schemas.microsoft.com/office/drawing/2014/main" id="{D62366E5-8764-434F-AD7A-6D0AB0DE84E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44776" y="1116586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7" name="直接连接符 476">
                    <a:extLst>
                      <a:ext uri="{FF2B5EF4-FFF2-40B4-BE49-F238E27FC236}">
                        <a16:creationId xmlns:a16="http://schemas.microsoft.com/office/drawing/2014/main" id="{78F0566B-97A8-5548-6149-506C66F5896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043565" y="82147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8" name="直接连接符 477">
                    <a:extLst>
                      <a:ext uri="{FF2B5EF4-FFF2-40B4-BE49-F238E27FC236}">
                        <a16:creationId xmlns:a16="http://schemas.microsoft.com/office/drawing/2014/main" id="{F11AD25E-592B-9896-E29E-F567A76D98D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386281" y="583501"/>
                    <a:ext cx="0" cy="2728491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9" name="直接连接符 478">
                    <a:extLst>
                      <a:ext uri="{FF2B5EF4-FFF2-40B4-BE49-F238E27FC236}">
                        <a16:creationId xmlns:a16="http://schemas.microsoft.com/office/drawing/2014/main" id="{ED6C5205-AA24-C368-891E-53CAA5EF06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3790788" y="4864865"/>
                    <a:ext cx="3132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0" name="直接连接符 479">
                    <a:extLst>
                      <a:ext uri="{FF2B5EF4-FFF2-40B4-BE49-F238E27FC236}">
                        <a16:creationId xmlns:a16="http://schemas.microsoft.com/office/drawing/2014/main" id="{5FB8FD35-D30E-F5F0-4532-8F245AC5A45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797054" y="411479"/>
                    <a:ext cx="0" cy="2596997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1" name="直接连接符 480">
                    <a:extLst>
                      <a:ext uri="{FF2B5EF4-FFF2-40B4-BE49-F238E27FC236}">
                        <a16:creationId xmlns:a16="http://schemas.microsoft.com/office/drawing/2014/main" id="{0AC2360F-8FFB-A2AA-5D6E-F22E3230DE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4202502" y="4543473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2" name="直接连接符 481">
                    <a:extLst>
                      <a:ext uri="{FF2B5EF4-FFF2-40B4-BE49-F238E27FC236}">
                        <a16:creationId xmlns:a16="http://schemas.microsoft.com/office/drawing/2014/main" id="{ADCCF735-E9A5-608E-56C4-EA0C8E0E4D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4602486" y="4248660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3" name="直接连接符 482">
                    <a:extLst>
                      <a:ext uri="{FF2B5EF4-FFF2-40B4-BE49-F238E27FC236}">
                        <a16:creationId xmlns:a16="http://schemas.microsoft.com/office/drawing/2014/main" id="{0E865DD0-9DDD-5AD3-1F89-8B8D55F5D3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4993169" y="3948656"/>
                    <a:ext cx="3060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4" name="直接连接符 483">
                    <a:extLst>
                      <a:ext uri="{FF2B5EF4-FFF2-40B4-BE49-F238E27FC236}">
                        <a16:creationId xmlns:a16="http://schemas.microsoft.com/office/drawing/2014/main" id="{1A56A50B-D5BA-25C0-78C2-13680E822F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346606" y="3660383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5" name="直接连接符 484">
                    <a:extLst>
                      <a:ext uri="{FF2B5EF4-FFF2-40B4-BE49-F238E27FC236}">
                        <a16:creationId xmlns:a16="http://schemas.microsoft.com/office/drawing/2014/main" id="{BFCC79AE-152F-CEB3-6586-5E0CB397D0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10892" y="3360917"/>
                    <a:ext cx="3132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6" name="直接连接符 485">
                    <a:extLst>
                      <a:ext uri="{FF2B5EF4-FFF2-40B4-BE49-F238E27FC236}">
                        <a16:creationId xmlns:a16="http://schemas.microsoft.com/office/drawing/2014/main" id="{2A8474A6-46ED-87FD-A5B0-061437330C5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190953" y="314561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7" name="直接连接符 486">
                    <a:extLst>
                      <a:ext uri="{FF2B5EF4-FFF2-40B4-BE49-F238E27FC236}">
                        <a16:creationId xmlns:a16="http://schemas.microsoft.com/office/drawing/2014/main" id="{3919D613-3A9B-67EC-C791-0483F59158C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698500" y="44936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8" name="直接连接符 487">
                    <a:extLst>
                      <a:ext uri="{FF2B5EF4-FFF2-40B4-BE49-F238E27FC236}">
                        <a16:creationId xmlns:a16="http://schemas.microsoft.com/office/drawing/2014/main" id="{EAD054E2-C8E0-F3E9-1B88-2EDC67B5E11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217494" y="529936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9" name="直接连接符 488">
                    <a:extLst>
                      <a:ext uri="{FF2B5EF4-FFF2-40B4-BE49-F238E27FC236}">
                        <a16:creationId xmlns:a16="http://schemas.microsoft.com/office/drawing/2014/main" id="{4A82FE70-0D12-F040-9B08-84263B84D45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751771" y="691773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0" name="直接连接符 489">
                    <a:extLst>
                      <a:ext uri="{FF2B5EF4-FFF2-40B4-BE49-F238E27FC236}">
                        <a16:creationId xmlns:a16="http://schemas.microsoft.com/office/drawing/2014/main" id="{CAD72CDB-428B-FF83-F80A-663BA54017E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81333" y="81376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1" name="直接连接符 490">
                    <a:extLst>
                      <a:ext uri="{FF2B5EF4-FFF2-40B4-BE49-F238E27FC236}">
                        <a16:creationId xmlns:a16="http://schemas.microsoft.com/office/drawing/2014/main" id="{2467B3AB-5129-8FDC-07EA-2C14587C5C3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806397" y="886830"/>
                    <a:ext cx="0" cy="279939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2" name="直接连接符 491">
                    <a:extLst>
                      <a:ext uri="{FF2B5EF4-FFF2-40B4-BE49-F238E27FC236}">
                        <a16:creationId xmlns:a16="http://schemas.microsoft.com/office/drawing/2014/main" id="{31C72F4C-4067-1612-D800-6BD991E2D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32960" y="1966258"/>
                    <a:ext cx="0" cy="2858803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3" name="直接连接符 492">
                    <a:extLst>
                      <a:ext uri="{FF2B5EF4-FFF2-40B4-BE49-F238E27FC236}">
                        <a16:creationId xmlns:a16="http://schemas.microsoft.com/office/drawing/2014/main" id="{DCE5B2EB-63CD-5E98-B308-7CEB23E782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48005" y="1465227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4" name="直接连接符 493">
                    <a:extLst>
                      <a:ext uri="{FF2B5EF4-FFF2-40B4-BE49-F238E27FC236}">
                        <a16:creationId xmlns:a16="http://schemas.microsoft.com/office/drawing/2014/main" id="{E1D41566-A417-A9DE-49BB-695DA7F458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55525" y="1045279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5" name="直接连接符 494">
                    <a:extLst>
                      <a:ext uri="{FF2B5EF4-FFF2-40B4-BE49-F238E27FC236}">
                        <a16:creationId xmlns:a16="http://schemas.microsoft.com/office/drawing/2014/main" id="{33951059-3BC8-6CEE-904C-77D241C3D6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23123" y="564151"/>
                    <a:ext cx="0" cy="2957381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6" name="直接连接符 495">
                    <a:extLst>
                      <a:ext uri="{FF2B5EF4-FFF2-40B4-BE49-F238E27FC236}">
                        <a16:creationId xmlns:a16="http://schemas.microsoft.com/office/drawing/2014/main" id="{E5787F04-1FE8-B8F6-391F-DE0122C43B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120000" flipV="1">
                    <a:off x="4642725" y="191427"/>
                    <a:ext cx="0" cy="2924522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7" name="直接连接符 496">
                    <a:extLst>
                      <a:ext uri="{FF2B5EF4-FFF2-40B4-BE49-F238E27FC236}">
                        <a16:creationId xmlns:a16="http://schemas.microsoft.com/office/drawing/2014/main" id="{45FBB6CC-337C-A417-0ABB-17ABD044D3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14968" y="2859358"/>
                    <a:ext cx="3132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8" name="直接连接符 497">
                    <a:extLst>
                      <a:ext uri="{FF2B5EF4-FFF2-40B4-BE49-F238E27FC236}">
                        <a16:creationId xmlns:a16="http://schemas.microsoft.com/office/drawing/2014/main" id="{DB255E67-099D-77B7-00B1-3E6F57A0C6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71578" y="2394077"/>
                    <a:ext cx="3060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9" name="直接连接符 498">
                    <a:extLst>
                      <a:ext uri="{FF2B5EF4-FFF2-40B4-BE49-F238E27FC236}">
                        <a16:creationId xmlns:a16="http://schemas.microsoft.com/office/drawing/2014/main" id="{085DFB4C-B3EF-1FB5-90FE-E6E57EC958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60675" y="1956905"/>
                    <a:ext cx="3060000" cy="0"/>
                  </a:xfrm>
                  <a:prstGeom prst="lin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00" name="直接连接符 499">
                    <a:extLst>
                      <a:ext uri="{FF2B5EF4-FFF2-40B4-BE49-F238E27FC236}">
                        <a16:creationId xmlns:a16="http://schemas.microsoft.com/office/drawing/2014/main" id="{75E6D69C-EBC4-B671-725F-0D0786B63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52286" y="1507435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01" name="直接连接符 500">
                    <a:extLst>
                      <a:ext uri="{FF2B5EF4-FFF2-40B4-BE49-F238E27FC236}">
                        <a16:creationId xmlns:a16="http://schemas.microsoft.com/office/drawing/2014/main" id="{7E0F80FF-84A9-B148-48C7-35E798F13A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780000">
                    <a:off x="5752286" y="1096552"/>
                    <a:ext cx="3096000" cy="0"/>
                  </a:xfrm>
                  <a:prstGeom prst="line">
                    <a:avLst/>
                  </a:prstGeom>
                  <a:noFill/>
                  <a:ln w="22225" cap="flat" cmpd="sng" algn="ctr">
                    <a:solidFill>
                      <a:srgbClr val="E7E6E6">
                        <a:lumMod val="90000"/>
                      </a:srgbClr>
                    </a:solidFill>
                    <a:prstDash val="solid"/>
                    <a:miter lim="800000"/>
                  </a:ln>
                  <a:effectLst/>
                </p:spPr>
              </p:cxnSp>
              <p:grpSp>
                <p:nvGrpSpPr>
                  <p:cNvPr id="502" name="组合 501">
                    <a:extLst>
                      <a:ext uri="{FF2B5EF4-FFF2-40B4-BE49-F238E27FC236}">
                        <a16:creationId xmlns:a16="http://schemas.microsoft.com/office/drawing/2014/main" id="{93708445-1B46-1FE8-2557-8E78D96B9056}"/>
                      </a:ext>
                    </a:extLst>
                  </p:cNvPr>
                  <p:cNvGrpSpPr/>
                  <p:nvPr/>
                </p:nvGrpSpPr>
                <p:grpSpPr>
                  <a:xfrm>
                    <a:off x="4406058" y="1562025"/>
                    <a:ext cx="3536345" cy="3437678"/>
                    <a:chOff x="7397440" y="4480143"/>
                    <a:chExt cx="2814788" cy="2678707"/>
                  </a:xfrm>
                </p:grpSpPr>
                <p:sp>
                  <p:nvSpPr>
                    <p:cNvPr id="503" name="椭圆 502">
                      <a:extLst>
                        <a:ext uri="{FF2B5EF4-FFF2-40B4-BE49-F238E27FC236}">
                          <a16:creationId xmlns:a16="http://schemas.microsoft.com/office/drawing/2014/main" id="{2648C5E2-BF95-CF31-7869-3C0DEC8C98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9324" y="5544373"/>
                      <a:ext cx="2227341" cy="610351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5875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dash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4" name="流程图: 接点 503">
                      <a:extLst>
                        <a:ext uri="{FF2B5EF4-FFF2-40B4-BE49-F238E27FC236}">
                          <a16:creationId xmlns:a16="http://schemas.microsoft.com/office/drawing/2014/main" id="{33EF28DA-C523-48A2-41F9-C38EA71DAD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7572" y="4774485"/>
                      <a:ext cx="2216953" cy="2107480"/>
                    </a:xfrm>
                    <a:prstGeom prst="flowChartConnector">
                      <a:avLst/>
                    </a:prstGeom>
                    <a:noFill/>
                    <a:ln w="254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5" name="椭圆 504">
                      <a:extLst>
                        <a:ext uri="{FF2B5EF4-FFF2-40B4-BE49-F238E27FC236}">
                          <a16:creationId xmlns:a16="http://schemas.microsoft.com/office/drawing/2014/main" id="{13358BDB-42CD-A7F5-CE7C-97D6DF9D8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1101" y="4574630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6" name="椭圆 505">
                      <a:extLst>
                        <a:ext uri="{FF2B5EF4-FFF2-40B4-BE49-F238E27FC236}">
                          <a16:creationId xmlns:a16="http://schemas.microsoft.com/office/drawing/2014/main" id="{3E800B7D-2129-C7D1-40E4-B637AE0AF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50290" y="4681264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7" name="椭圆 506">
                      <a:extLst>
                        <a:ext uri="{FF2B5EF4-FFF2-40B4-BE49-F238E27FC236}">
                          <a16:creationId xmlns:a16="http://schemas.microsoft.com/office/drawing/2014/main" id="{01C9D10F-21E2-E61D-2A94-5488DE4E5E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1889" y="587025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8" name="矩形 507">
                      <a:extLst>
                        <a:ext uri="{FF2B5EF4-FFF2-40B4-BE49-F238E27FC236}">
                          <a16:creationId xmlns:a16="http://schemas.microsoft.com/office/drawing/2014/main" id="{5765D65F-816B-46E1-FB27-A344EB98CD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5941" y="5741548"/>
                      <a:ext cx="144000" cy="144000"/>
                    </a:xfrm>
                    <a:prstGeom prst="rect">
                      <a:avLst/>
                    </a:prstGeom>
                    <a:solidFill>
                      <a:srgbClr val="4874CB">
                        <a:lumMod val="60000"/>
                        <a:lumOff val="4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09" name="矩形 508">
                      <a:extLst>
                        <a:ext uri="{FF2B5EF4-FFF2-40B4-BE49-F238E27FC236}">
                          <a16:creationId xmlns:a16="http://schemas.microsoft.com/office/drawing/2014/main" id="{E8833554-21FD-CD64-FBB4-A83710E015B4}"/>
                        </a:ext>
                      </a:extLst>
                    </p:cNvPr>
                    <p:cNvSpPr/>
                    <p:nvPr/>
                  </p:nvSpPr>
                  <p:spPr>
                    <a:xfrm rot="20392707">
                      <a:off x="8622546" y="5815345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0" name="矩形 509">
                      <a:extLst>
                        <a:ext uri="{FF2B5EF4-FFF2-40B4-BE49-F238E27FC236}">
                          <a16:creationId xmlns:a16="http://schemas.microsoft.com/office/drawing/2014/main" id="{3065BE4A-641F-4926-9902-3B4ADED33AB7}"/>
                        </a:ext>
                      </a:extLst>
                    </p:cNvPr>
                    <p:cNvSpPr/>
                    <p:nvPr/>
                  </p:nvSpPr>
                  <p:spPr>
                    <a:xfrm rot="2052776">
                      <a:off x="9772400" y="5024363"/>
                      <a:ext cx="144000" cy="144000"/>
                    </a:xfrm>
                    <a:prstGeom prst="rect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1" name="矩形 510">
                      <a:extLst>
                        <a:ext uri="{FF2B5EF4-FFF2-40B4-BE49-F238E27FC236}">
                          <a16:creationId xmlns:a16="http://schemas.microsoft.com/office/drawing/2014/main" id="{579D9828-F84D-058F-EE6D-D03E05A6F5AB}"/>
                        </a:ext>
                      </a:extLst>
                    </p:cNvPr>
                    <p:cNvSpPr/>
                    <p:nvPr/>
                  </p:nvSpPr>
                  <p:spPr>
                    <a:xfrm rot="1041814">
                      <a:off x="8655004" y="4591137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2" name="椭圆 511">
                      <a:extLst>
                        <a:ext uri="{FF2B5EF4-FFF2-40B4-BE49-F238E27FC236}">
                          <a16:creationId xmlns:a16="http://schemas.microsoft.com/office/drawing/2014/main" id="{5B08142F-854B-553F-A864-414AC94D0E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7889" y="5714250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3" name="椭圆 512">
                      <a:extLst>
                        <a:ext uri="{FF2B5EF4-FFF2-40B4-BE49-F238E27FC236}">
                          <a16:creationId xmlns:a16="http://schemas.microsoft.com/office/drawing/2014/main" id="{C0393AC0-8588-36AB-64F1-0034462DA7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35305" y="5717121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4" name="矩形 513">
                      <a:extLst>
                        <a:ext uri="{FF2B5EF4-FFF2-40B4-BE49-F238E27FC236}">
                          <a16:creationId xmlns:a16="http://schemas.microsoft.com/office/drawing/2014/main" id="{256F4333-D52D-5E47-3D44-5578869E1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0077" y="5608469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5" name="椭圆 514">
                      <a:extLst>
                        <a:ext uri="{FF2B5EF4-FFF2-40B4-BE49-F238E27FC236}">
                          <a16:creationId xmlns:a16="http://schemas.microsoft.com/office/drawing/2014/main" id="{28900D95-4FB8-480D-BA79-55BE6DABB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145" y="5876536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6" name="矩形 515">
                      <a:extLst>
                        <a:ext uri="{FF2B5EF4-FFF2-40B4-BE49-F238E27FC236}">
                          <a16:creationId xmlns:a16="http://schemas.microsoft.com/office/drawing/2014/main" id="{0EBA8028-F8C0-4720-F51F-9187D6742965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8410689" y="5765816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7" name="椭圆 516">
                      <a:extLst>
                        <a:ext uri="{FF2B5EF4-FFF2-40B4-BE49-F238E27FC236}">
                          <a16:creationId xmlns:a16="http://schemas.microsoft.com/office/drawing/2014/main" id="{EC6FA071-FEE0-8AF2-35A0-C216F05EA5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98576" y="5660735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8" name="椭圆 517">
                      <a:extLst>
                        <a:ext uri="{FF2B5EF4-FFF2-40B4-BE49-F238E27FC236}">
                          <a16:creationId xmlns:a16="http://schemas.microsoft.com/office/drawing/2014/main" id="{BE1490D1-6201-4FEA-4CE4-90A0BFBCC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7605" y="580302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19" name="椭圆 518">
                      <a:extLst>
                        <a:ext uri="{FF2B5EF4-FFF2-40B4-BE49-F238E27FC236}">
                          <a16:creationId xmlns:a16="http://schemas.microsoft.com/office/drawing/2014/main" id="{F1B392DA-EFCA-ABA2-26D5-DFBAB7E476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79668" y="585809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0" name="椭圆 519">
                      <a:extLst>
                        <a:ext uri="{FF2B5EF4-FFF2-40B4-BE49-F238E27FC236}">
                          <a16:creationId xmlns:a16="http://schemas.microsoft.com/office/drawing/2014/main" id="{5592BA40-097D-D455-E8F0-447EBAB9BC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3713" y="5903339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1" name="椭圆 520">
                      <a:extLst>
                        <a:ext uri="{FF2B5EF4-FFF2-40B4-BE49-F238E27FC236}">
                          <a16:creationId xmlns:a16="http://schemas.microsoft.com/office/drawing/2014/main" id="{CA5DCD4E-B215-8A42-280B-D9D02CCEB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6013" y="5989238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2" name="椭圆 521">
                      <a:extLst>
                        <a:ext uri="{FF2B5EF4-FFF2-40B4-BE49-F238E27FC236}">
                          <a16:creationId xmlns:a16="http://schemas.microsoft.com/office/drawing/2014/main" id="{89EDD05E-99B9-A64E-EEC8-A46FF3362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2927" y="593872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3" name="矩形 522">
                      <a:extLst>
                        <a:ext uri="{FF2B5EF4-FFF2-40B4-BE49-F238E27FC236}">
                          <a16:creationId xmlns:a16="http://schemas.microsoft.com/office/drawing/2014/main" id="{74BFB4EA-5A29-2583-4150-46267D32C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23769" y="5768637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4" name="矩形 523">
                      <a:extLst>
                        <a:ext uri="{FF2B5EF4-FFF2-40B4-BE49-F238E27FC236}">
                          <a16:creationId xmlns:a16="http://schemas.microsoft.com/office/drawing/2014/main" id="{18150AB6-A035-D86C-A807-01CB6CD21FA4}"/>
                        </a:ext>
                      </a:extLst>
                    </p:cNvPr>
                    <p:cNvSpPr/>
                    <p:nvPr/>
                  </p:nvSpPr>
                  <p:spPr>
                    <a:xfrm rot="1307845">
                      <a:off x="8965282" y="5595223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5" name="椭圆 524">
                      <a:extLst>
                        <a:ext uri="{FF2B5EF4-FFF2-40B4-BE49-F238E27FC236}">
                          <a16:creationId xmlns:a16="http://schemas.microsoft.com/office/drawing/2014/main" id="{987270D2-6488-5BB6-967F-BEC6474E93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2421" y="5580454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6" name="椭圆 525">
                      <a:extLst>
                        <a:ext uri="{FF2B5EF4-FFF2-40B4-BE49-F238E27FC236}">
                          <a16:creationId xmlns:a16="http://schemas.microsoft.com/office/drawing/2014/main" id="{1EDF6169-1888-9F15-D7C4-493126402D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6422" y="5544481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7" name="椭圆 526">
                      <a:extLst>
                        <a:ext uri="{FF2B5EF4-FFF2-40B4-BE49-F238E27FC236}">
                          <a16:creationId xmlns:a16="http://schemas.microsoft.com/office/drawing/2014/main" id="{1F65E912-FA77-C219-D383-3C37B28FF6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56867" y="5444729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8" name="椭圆 527">
                      <a:extLst>
                        <a:ext uri="{FF2B5EF4-FFF2-40B4-BE49-F238E27FC236}">
                          <a16:creationId xmlns:a16="http://schemas.microsoft.com/office/drawing/2014/main" id="{A9993B15-48E3-7C34-55A8-3EF95A522B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3662" y="5870762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29" name="矩形 528">
                      <a:extLst>
                        <a:ext uri="{FF2B5EF4-FFF2-40B4-BE49-F238E27FC236}">
                          <a16:creationId xmlns:a16="http://schemas.microsoft.com/office/drawing/2014/main" id="{2C65EE02-8072-F5E7-8FB2-974BC8B1FE6E}"/>
                        </a:ext>
                      </a:extLst>
                    </p:cNvPr>
                    <p:cNvSpPr/>
                    <p:nvPr/>
                  </p:nvSpPr>
                  <p:spPr>
                    <a:xfrm rot="1333128">
                      <a:off x="8501308" y="6026688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0" name="矩形 529">
                      <a:extLst>
                        <a:ext uri="{FF2B5EF4-FFF2-40B4-BE49-F238E27FC236}">
                          <a16:creationId xmlns:a16="http://schemas.microsoft.com/office/drawing/2014/main" id="{66D9EAB8-92C1-BBAB-F2B7-238832D960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1305" y="6108731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1" name="矩形 530">
                      <a:extLst>
                        <a:ext uri="{FF2B5EF4-FFF2-40B4-BE49-F238E27FC236}">
                          <a16:creationId xmlns:a16="http://schemas.microsoft.com/office/drawing/2014/main" id="{E5B8F57E-652B-59E6-7D4D-7DCFB458C405}"/>
                        </a:ext>
                      </a:extLst>
                    </p:cNvPr>
                    <p:cNvSpPr/>
                    <p:nvPr/>
                  </p:nvSpPr>
                  <p:spPr>
                    <a:xfrm rot="18508152">
                      <a:off x="8925431" y="5990521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2" name="矩形 531">
                      <a:extLst>
                        <a:ext uri="{FF2B5EF4-FFF2-40B4-BE49-F238E27FC236}">
                          <a16:creationId xmlns:a16="http://schemas.microsoft.com/office/drawing/2014/main" id="{57F403FF-F53F-3900-7F6B-E02B3E83D3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45443" y="5816253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3" name="矩形 532">
                      <a:extLst>
                        <a:ext uri="{FF2B5EF4-FFF2-40B4-BE49-F238E27FC236}">
                          <a16:creationId xmlns:a16="http://schemas.microsoft.com/office/drawing/2014/main" id="{F011FC62-118F-AFE9-E2C4-AB844D709190}"/>
                        </a:ext>
                      </a:extLst>
                    </p:cNvPr>
                    <p:cNvSpPr/>
                    <p:nvPr/>
                  </p:nvSpPr>
                  <p:spPr>
                    <a:xfrm rot="2388925">
                      <a:off x="8501499" y="5694901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4" name="矩形 533">
                      <a:extLst>
                        <a:ext uri="{FF2B5EF4-FFF2-40B4-BE49-F238E27FC236}">
                          <a16:creationId xmlns:a16="http://schemas.microsoft.com/office/drawing/2014/main" id="{0D89B6DA-9CED-74C6-CB3F-54644C57906F}"/>
                        </a:ext>
                      </a:extLst>
                    </p:cNvPr>
                    <p:cNvSpPr/>
                    <p:nvPr/>
                  </p:nvSpPr>
                  <p:spPr>
                    <a:xfrm rot="21285666">
                      <a:off x="8473101" y="5043474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5" name="椭圆 534">
                      <a:extLst>
                        <a:ext uri="{FF2B5EF4-FFF2-40B4-BE49-F238E27FC236}">
                          <a16:creationId xmlns:a16="http://schemas.microsoft.com/office/drawing/2014/main" id="{1AE0E52C-AC81-1349-295B-942BD37334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34681" y="5663048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6" name="矩形 535">
                      <a:extLst>
                        <a:ext uri="{FF2B5EF4-FFF2-40B4-BE49-F238E27FC236}">
                          <a16:creationId xmlns:a16="http://schemas.microsoft.com/office/drawing/2014/main" id="{87FDD876-53BC-9A0A-A643-CA5B33937FD9}"/>
                        </a:ext>
                      </a:extLst>
                    </p:cNvPr>
                    <p:cNvSpPr/>
                    <p:nvPr/>
                  </p:nvSpPr>
                  <p:spPr>
                    <a:xfrm rot="1978452">
                      <a:off x="8496755" y="6255692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7" name="矩形 536">
                      <a:extLst>
                        <a:ext uri="{FF2B5EF4-FFF2-40B4-BE49-F238E27FC236}">
                          <a16:creationId xmlns:a16="http://schemas.microsoft.com/office/drawing/2014/main" id="{73FC3B25-5F26-240D-BD1D-8CB420561DB1}"/>
                        </a:ext>
                      </a:extLst>
                    </p:cNvPr>
                    <p:cNvSpPr/>
                    <p:nvPr/>
                  </p:nvSpPr>
                  <p:spPr>
                    <a:xfrm rot="17868916">
                      <a:off x="8663145" y="6117858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8" name="椭圆 537">
                      <a:extLst>
                        <a:ext uri="{FF2B5EF4-FFF2-40B4-BE49-F238E27FC236}">
                          <a16:creationId xmlns:a16="http://schemas.microsoft.com/office/drawing/2014/main" id="{AC41C3CF-9B95-FD88-0834-19CADECE53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5883" y="611203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39" name="矩形 538">
                      <a:extLst>
                        <a:ext uri="{FF2B5EF4-FFF2-40B4-BE49-F238E27FC236}">
                          <a16:creationId xmlns:a16="http://schemas.microsoft.com/office/drawing/2014/main" id="{2BC2C4C3-3F85-5D0F-B414-5B0ECFC5142A}"/>
                        </a:ext>
                      </a:extLst>
                    </p:cNvPr>
                    <p:cNvSpPr/>
                    <p:nvPr/>
                  </p:nvSpPr>
                  <p:spPr>
                    <a:xfrm rot="20224472">
                      <a:off x="8723480" y="5956675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0" name="椭圆 539">
                      <a:extLst>
                        <a:ext uri="{FF2B5EF4-FFF2-40B4-BE49-F238E27FC236}">
                          <a16:creationId xmlns:a16="http://schemas.microsoft.com/office/drawing/2014/main" id="{48B968B6-1ED7-C054-0217-5B863EF71E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86946" y="5933764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1" name="椭圆 540">
                      <a:extLst>
                        <a:ext uri="{FF2B5EF4-FFF2-40B4-BE49-F238E27FC236}">
                          <a16:creationId xmlns:a16="http://schemas.microsoft.com/office/drawing/2014/main" id="{79A766AA-83BA-EDBA-A2EF-12FD05B21B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6877" y="598369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2" name="矩形 541">
                      <a:extLst>
                        <a:ext uri="{FF2B5EF4-FFF2-40B4-BE49-F238E27FC236}">
                          <a16:creationId xmlns:a16="http://schemas.microsoft.com/office/drawing/2014/main" id="{CF11EA9E-071A-6FDB-C9CB-9E402748355E}"/>
                        </a:ext>
                      </a:extLst>
                    </p:cNvPr>
                    <p:cNvSpPr/>
                    <p:nvPr/>
                  </p:nvSpPr>
                  <p:spPr>
                    <a:xfrm rot="19143599">
                      <a:off x="8274271" y="5746055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3" name="椭圆 542">
                      <a:extLst>
                        <a:ext uri="{FF2B5EF4-FFF2-40B4-BE49-F238E27FC236}">
                          <a16:creationId xmlns:a16="http://schemas.microsoft.com/office/drawing/2014/main" id="{B3F889E7-0D8E-729D-ACB4-992BB1D823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72887" y="5770662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4" name="椭圆 543">
                      <a:extLst>
                        <a:ext uri="{FF2B5EF4-FFF2-40B4-BE49-F238E27FC236}">
                          <a16:creationId xmlns:a16="http://schemas.microsoft.com/office/drawing/2014/main" id="{F6413033-2407-DE1C-7305-5CA8394A3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4920" y="601611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5" name="矩形 544">
                      <a:extLst>
                        <a:ext uri="{FF2B5EF4-FFF2-40B4-BE49-F238E27FC236}">
                          <a16:creationId xmlns:a16="http://schemas.microsoft.com/office/drawing/2014/main" id="{89C1A923-34A2-0042-F2D4-66B9A9EA0C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1431" y="6107470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6" name="椭圆 545">
                      <a:extLst>
                        <a:ext uri="{FF2B5EF4-FFF2-40B4-BE49-F238E27FC236}">
                          <a16:creationId xmlns:a16="http://schemas.microsoft.com/office/drawing/2014/main" id="{9891A30A-3757-AA39-B340-2B6AE327E6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44664" y="5945918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7" name="矩形 546">
                      <a:extLst>
                        <a:ext uri="{FF2B5EF4-FFF2-40B4-BE49-F238E27FC236}">
                          <a16:creationId xmlns:a16="http://schemas.microsoft.com/office/drawing/2014/main" id="{F828C53D-0239-1BEF-7D88-CED18A8AEC70}"/>
                        </a:ext>
                      </a:extLst>
                    </p:cNvPr>
                    <p:cNvSpPr/>
                    <p:nvPr/>
                  </p:nvSpPr>
                  <p:spPr>
                    <a:xfrm rot="3592729">
                      <a:off x="7400501" y="6153148"/>
                      <a:ext cx="140972" cy="147093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8" name="椭圆 547">
                      <a:extLst>
                        <a:ext uri="{FF2B5EF4-FFF2-40B4-BE49-F238E27FC236}">
                          <a16:creationId xmlns:a16="http://schemas.microsoft.com/office/drawing/2014/main" id="{51EBF444-3600-A9DE-CB37-A1AF5BA706F9}"/>
                        </a:ext>
                      </a:extLst>
                    </p:cNvPr>
                    <p:cNvSpPr/>
                    <p:nvPr/>
                  </p:nvSpPr>
                  <p:spPr>
                    <a:xfrm rot="1143242">
                      <a:off x="7799138" y="6576992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49" name="椭圆 548">
                      <a:extLst>
                        <a:ext uri="{FF2B5EF4-FFF2-40B4-BE49-F238E27FC236}">
                          <a16:creationId xmlns:a16="http://schemas.microsoft.com/office/drawing/2014/main" id="{667F51BF-EC6F-CC7B-0DB8-EF0F243AD5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9276" y="5652229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0" name="矩形 549">
                      <a:extLst>
                        <a:ext uri="{FF2B5EF4-FFF2-40B4-BE49-F238E27FC236}">
                          <a16:creationId xmlns:a16="http://schemas.microsoft.com/office/drawing/2014/main" id="{D3D038AB-3621-D1A1-DDF9-1388059D6752}"/>
                        </a:ext>
                      </a:extLst>
                    </p:cNvPr>
                    <p:cNvSpPr/>
                    <p:nvPr/>
                  </p:nvSpPr>
                  <p:spPr>
                    <a:xfrm rot="1978452">
                      <a:off x="8348779" y="5530874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1" name="椭圆 550">
                      <a:extLst>
                        <a:ext uri="{FF2B5EF4-FFF2-40B4-BE49-F238E27FC236}">
                          <a16:creationId xmlns:a16="http://schemas.microsoft.com/office/drawing/2014/main" id="{9DA66BBA-D6CD-527F-3E0F-C121C8EC9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9613" y="5624882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2" name="矩形 551">
                      <a:extLst>
                        <a:ext uri="{FF2B5EF4-FFF2-40B4-BE49-F238E27FC236}">
                          <a16:creationId xmlns:a16="http://schemas.microsoft.com/office/drawing/2014/main" id="{9828C24F-978F-8537-8D75-076D417991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3109" y="5876637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3" name="矩形 552">
                      <a:extLst>
                        <a:ext uri="{FF2B5EF4-FFF2-40B4-BE49-F238E27FC236}">
                          <a16:creationId xmlns:a16="http://schemas.microsoft.com/office/drawing/2014/main" id="{44FF7960-4AF8-24E0-673B-EF01D63E25FB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8865315" y="6353876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4" name="矩形 553">
                      <a:extLst>
                        <a:ext uri="{FF2B5EF4-FFF2-40B4-BE49-F238E27FC236}">
                          <a16:creationId xmlns:a16="http://schemas.microsoft.com/office/drawing/2014/main" id="{AA6C089F-0409-97C4-A21F-AA853862A96F}"/>
                        </a:ext>
                      </a:extLst>
                    </p:cNvPr>
                    <p:cNvSpPr/>
                    <p:nvPr/>
                  </p:nvSpPr>
                  <p:spPr>
                    <a:xfrm rot="1978452">
                      <a:off x="8003683" y="6127792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5" name="椭圆 554">
                      <a:extLst>
                        <a:ext uri="{FF2B5EF4-FFF2-40B4-BE49-F238E27FC236}">
                          <a16:creationId xmlns:a16="http://schemas.microsoft.com/office/drawing/2014/main" id="{B7C114E9-C04E-EC7E-3592-711C6E2371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06917" y="6373193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6" name="椭圆 555">
                      <a:extLst>
                        <a:ext uri="{FF2B5EF4-FFF2-40B4-BE49-F238E27FC236}">
                          <a16:creationId xmlns:a16="http://schemas.microsoft.com/office/drawing/2014/main" id="{8B33FE5F-ABF9-FED8-D3E1-58C277F044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7802" y="5153128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7" name="矩形 556">
                      <a:extLst>
                        <a:ext uri="{FF2B5EF4-FFF2-40B4-BE49-F238E27FC236}">
                          <a16:creationId xmlns:a16="http://schemas.microsoft.com/office/drawing/2014/main" id="{608877B4-2DEF-A51E-21AE-FE8D87D75815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8206693" y="5958340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8" name="矩形 557">
                      <a:extLst>
                        <a:ext uri="{FF2B5EF4-FFF2-40B4-BE49-F238E27FC236}">
                          <a16:creationId xmlns:a16="http://schemas.microsoft.com/office/drawing/2014/main" id="{0361FF70-AC9C-5C79-24EF-E4638D91E356}"/>
                        </a:ext>
                      </a:extLst>
                    </p:cNvPr>
                    <p:cNvSpPr/>
                    <p:nvPr/>
                  </p:nvSpPr>
                  <p:spPr>
                    <a:xfrm rot="20224472">
                      <a:off x="8225742" y="5830585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59" name="矩形 558">
                      <a:extLst>
                        <a:ext uri="{FF2B5EF4-FFF2-40B4-BE49-F238E27FC236}">
                          <a16:creationId xmlns:a16="http://schemas.microsoft.com/office/drawing/2014/main" id="{BCE79F9B-E05B-9875-349E-F0919EAA7A67}"/>
                        </a:ext>
                      </a:extLst>
                    </p:cNvPr>
                    <p:cNvSpPr/>
                    <p:nvPr/>
                  </p:nvSpPr>
                  <p:spPr>
                    <a:xfrm rot="20751971">
                      <a:off x="7966318" y="5866373"/>
                      <a:ext cx="144000" cy="144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0" name="椭圆 559">
                      <a:extLst>
                        <a:ext uri="{FF2B5EF4-FFF2-40B4-BE49-F238E27FC236}">
                          <a16:creationId xmlns:a16="http://schemas.microsoft.com/office/drawing/2014/main" id="{14854C98-D21A-CC83-C7F1-1CEC24B0A7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46232" y="5697530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1" name="椭圆 560">
                      <a:extLst>
                        <a:ext uri="{FF2B5EF4-FFF2-40B4-BE49-F238E27FC236}">
                          <a16:creationId xmlns:a16="http://schemas.microsoft.com/office/drawing/2014/main" id="{EBC4B70D-1AEC-CF14-7CCB-CE3086179F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91178" y="6142503"/>
                      <a:ext cx="144000" cy="144000"/>
                    </a:xfrm>
                    <a:prstGeom prst="ellipse">
                      <a:avLst/>
                    </a:prstGeom>
                    <a:solidFill>
                      <a:srgbClr val="4874CB"/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2" name="椭圆 561">
                      <a:extLst>
                        <a:ext uri="{FF2B5EF4-FFF2-40B4-BE49-F238E27FC236}">
                          <a16:creationId xmlns:a16="http://schemas.microsoft.com/office/drawing/2014/main" id="{30A6D882-03F9-5107-1742-6DE982CD5434}"/>
                        </a:ext>
                      </a:extLst>
                    </p:cNvPr>
                    <p:cNvSpPr/>
                    <p:nvPr/>
                  </p:nvSpPr>
                  <p:spPr>
                    <a:xfrm rot="1143242">
                      <a:off x="9791652" y="6207549"/>
                      <a:ext cx="144000" cy="144000"/>
                    </a:xfrm>
                    <a:prstGeom prst="ellipse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3" name="椭圆 562">
                      <a:extLst>
                        <a:ext uri="{FF2B5EF4-FFF2-40B4-BE49-F238E27FC236}">
                          <a16:creationId xmlns:a16="http://schemas.microsoft.com/office/drawing/2014/main" id="{98934FA2-652E-AB5D-46D6-824FE41FE0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00563" y="7014850"/>
                      <a:ext cx="144000" cy="144000"/>
                    </a:xfrm>
                    <a:prstGeom prst="ellipse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4" name="矩形 563">
                      <a:extLst>
                        <a:ext uri="{FF2B5EF4-FFF2-40B4-BE49-F238E27FC236}">
                          <a16:creationId xmlns:a16="http://schemas.microsoft.com/office/drawing/2014/main" id="{1F1B557B-E3ED-CB95-0394-B05916ED671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708721" y="7012464"/>
                      <a:ext cx="140972" cy="147093"/>
                    </a:xfrm>
                    <a:prstGeom prst="rect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5" name="矩形 564">
                      <a:extLst>
                        <a:ext uri="{FF2B5EF4-FFF2-40B4-BE49-F238E27FC236}">
                          <a16:creationId xmlns:a16="http://schemas.microsoft.com/office/drawing/2014/main" id="{79D5DCE1-A401-FFB4-8A77-3D9B52E6D3DF}"/>
                        </a:ext>
                      </a:extLst>
                    </p:cNvPr>
                    <p:cNvSpPr/>
                    <p:nvPr/>
                  </p:nvSpPr>
                  <p:spPr>
                    <a:xfrm rot="973419">
                      <a:off x="10068228" y="5971727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6" name="椭圆 565">
                      <a:extLst>
                        <a:ext uri="{FF2B5EF4-FFF2-40B4-BE49-F238E27FC236}">
                          <a16:creationId xmlns:a16="http://schemas.microsoft.com/office/drawing/2014/main" id="{CF65819D-841C-B028-C067-93DCDD9011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0937" y="6544217"/>
                      <a:ext cx="144000" cy="144000"/>
                    </a:xfrm>
                    <a:prstGeom prst="ellipse">
                      <a:avLst/>
                    </a:prstGeom>
                    <a:solidFill>
                      <a:srgbClr val="E54C5E">
                        <a:lumMod val="40000"/>
                        <a:lumOff val="60000"/>
                      </a:srgb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7" name="矩形 566">
                      <a:extLst>
                        <a:ext uri="{FF2B5EF4-FFF2-40B4-BE49-F238E27FC236}">
                          <a16:creationId xmlns:a16="http://schemas.microsoft.com/office/drawing/2014/main" id="{F9462FF5-0182-3EA0-D667-11FD6CD496CB}"/>
                        </a:ext>
                      </a:extLst>
                    </p:cNvPr>
                    <p:cNvSpPr/>
                    <p:nvPr/>
                  </p:nvSpPr>
                  <p:spPr>
                    <a:xfrm rot="3592729">
                      <a:off x="8049786" y="6767409"/>
                      <a:ext cx="140972" cy="147093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 dirty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8" name="矩形 567">
                      <a:extLst>
                        <a:ext uri="{FF2B5EF4-FFF2-40B4-BE49-F238E27FC236}">
                          <a16:creationId xmlns:a16="http://schemas.microsoft.com/office/drawing/2014/main" id="{78DA556C-DD2F-4E3C-933B-0545F56D4304}"/>
                        </a:ext>
                      </a:extLst>
                    </p:cNvPr>
                    <p:cNvSpPr/>
                    <p:nvPr/>
                  </p:nvSpPr>
                  <p:spPr>
                    <a:xfrm rot="19936732">
                      <a:off x="9485083" y="4480143"/>
                      <a:ext cx="144000" cy="14400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69" name="椭圆 568">
                      <a:extLst>
                        <a:ext uri="{FF2B5EF4-FFF2-40B4-BE49-F238E27FC236}">
                          <a16:creationId xmlns:a16="http://schemas.microsoft.com/office/drawing/2014/main" id="{DBC93532-B423-049A-C0F8-0AC0D8D13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0379" y="6113843"/>
                      <a:ext cx="144000" cy="144000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12700" cap="flat" cmpd="sng" algn="ctr">
                      <a:solidFill>
                        <a:srgbClr val="4874CB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:endParaRPr lang="zh-CN" altLang="en-US" sz="2214" kern="0">
                        <a:solidFill>
                          <a:prstClr val="white"/>
                        </a:solidFill>
                        <a:latin typeface="Calibri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sp>
              <p:nvSpPr>
                <p:cNvPr id="867" name="文本框 866">
                  <a:extLst>
                    <a:ext uri="{FF2B5EF4-FFF2-40B4-BE49-F238E27FC236}">
                      <a16:creationId xmlns:a16="http://schemas.microsoft.com/office/drawing/2014/main" id="{5C8E05A0-DA7B-94F4-FAD3-98329D756BEA}"/>
                    </a:ext>
                  </a:extLst>
                </p:cNvPr>
                <p:cNvSpPr txBox="1"/>
                <p:nvPr/>
              </p:nvSpPr>
              <p:spPr>
                <a:xfrm>
                  <a:off x="16669896" y="10163818"/>
                  <a:ext cx="1875416" cy="607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124889"/>
                  <a:r>
                    <a:rPr lang="en-US" altLang="zh-CN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c:</a:t>
                  </a:r>
                  <a:r>
                    <a:rPr lang="en-US" altLang="zh-CN" sz="3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center</a:t>
                  </a:r>
                  <a:endParaRPr lang="zh-CN" altLang="en-US" sz="3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69" name="直接箭头连接符 868">
                  <a:extLst>
                    <a:ext uri="{FF2B5EF4-FFF2-40B4-BE49-F238E27FC236}">
                      <a16:creationId xmlns:a16="http://schemas.microsoft.com/office/drawing/2014/main" id="{3A393D8F-101C-E851-5B12-3185E7A730AF}"/>
                    </a:ext>
                  </a:extLst>
                </p:cNvPr>
                <p:cNvCxnSpPr>
                  <a:cxnSpLocks/>
                  <a:stCxn id="867" idx="0"/>
                  <a:endCxn id="532" idx="1"/>
                </p:cNvCxnSpPr>
                <p:nvPr/>
              </p:nvCxnSpPr>
              <p:spPr>
                <a:xfrm flipH="1" flipV="1">
                  <a:off x="15641120" y="8245243"/>
                  <a:ext cx="1966485" cy="1918575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prstDash val="lg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6" name="星形: 五角 865">
                <a:extLst>
                  <a:ext uri="{FF2B5EF4-FFF2-40B4-BE49-F238E27FC236}">
                    <a16:creationId xmlns:a16="http://schemas.microsoft.com/office/drawing/2014/main" id="{56367C71-B813-D8E3-E0E4-C09A914B95C3}"/>
                  </a:ext>
                </a:extLst>
              </p:cNvPr>
              <p:cNvSpPr/>
              <p:nvPr/>
            </p:nvSpPr>
            <p:spPr>
              <a:xfrm>
                <a:off x="14105137" y="7971103"/>
                <a:ext cx="316774" cy="326765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42" name="文本框 641">
              <a:extLst>
                <a:ext uri="{FF2B5EF4-FFF2-40B4-BE49-F238E27FC236}">
                  <a16:creationId xmlns:a16="http://schemas.microsoft.com/office/drawing/2014/main" id="{384E13E2-1100-2D6E-792D-ADED5AB65AA2}"/>
                </a:ext>
              </a:extLst>
            </p:cNvPr>
            <p:cNvSpPr txBox="1"/>
            <p:nvPr/>
          </p:nvSpPr>
          <p:spPr>
            <a:xfrm>
              <a:off x="12277177" y="5271746"/>
              <a:ext cx="29698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confidence (true news</a:t>
              </a:r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3" name="文本框 642">
              <a:extLst>
                <a:ext uri="{FF2B5EF4-FFF2-40B4-BE49-F238E27FC236}">
                  <a16:creationId xmlns:a16="http://schemas.microsoft.com/office/drawing/2014/main" id="{D2D611B5-2E97-26AA-A389-9FA53E6D10E8}"/>
                </a:ext>
              </a:extLst>
            </p:cNvPr>
            <p:cNvSpPr txBox="1"/>
            <p:nvPr/>
          </p:nvSpPr>
          <p:spPr>
            <a:xfrm>
              <a:off x="12277180" y="6541340"/>
              <a:ext cx="29698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32050">
                <a:defRPr/>
              </a:pPr>
              <a:r>
                <a:rPr lang="en-US" altLang="zh-CN" sz="3200" dirty="0">
                  <a:solidFill>
                    <a:srgbClr val="F0949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 confidence (fake news)</a:t>
              </a:r>
              <a:endParaRPr lang="zh-CN" altLang="en-US" sz="3200" dirty="0">
                <a:solidFill>
                  <a:srgbClr val="F0949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44" name="直接箭头连接符 226">
              <a:extLst>
                <a:ext uri="{FF2B5EF4-FFF2-40B4-BE49-F238E27FC236}">
                  <a16:creationId xmlns:a16="http://schemas.microsoft.com/office/drawing/2014/main" id="{4B2C76DA-960F-125E-6171-1ABA90C2C9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594520" y="2244442"/>
              <a:ext cx="64360" cy="4353426"/>
            </a:xfrm>
            <a:prstGeom prst="bentConnector3">
              <a:avLst>
                <a:gd name="adj1" fmla="val 594936"/>
              </a:avLst>
            </a:prstGeom>
            <a:ln w="635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文本框 218">
              <a:extLst>
                <a:ext uri="{FF2B5EF4-FFF2-40B4-BE49-F238E27FC236}">
                  <a16:creationId xmlns:a16="http://schemas.microsoft.com/office/drawing/2014/main" id="{F109B4D9-5474-5D65-94F9-3229AB7B8E25}"/>
                </a:ext>
              </a:extLst>
            </p:cNvPr>
            <p:cNvSpPr txBox="1"/>
            <p:nvPr/>
          </p:nvSpPr>
          <p:spPr>
            <a:xfrm>
              <a:off x="8949102" y="151620"/>
              <a:ext cx="971133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Disentangled masked Transformer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716" name="文本框 715">
              <a:extLst>
                <a:ext uri="{FF2B5EF4-FFF2-40B4-BE49-F238E27FC236}">
                  <a16:creationId xmlns:a16="http://schemas.microsoft.com/office/drawing/2014/main" id="{3986FC57-788F-2AD5-AFB9-6B34D056C759}"/>
                </a:ext>
              </a:extLst>
            </p:cNvPr>
            <p:cNvSpPr txBox="1"/>
            <p:nvPr/>
          </p:nvSpPr>
          <p:spPr>
            <a:xfrm>
              <a:off x="12846113" y="8902226"/>
              <a:ext cx="25896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InfoNCE loss</a:t>
              </a:r>
              <a:endPara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24" name="组合 723">
              <a:extLst>
                <a:ext uri="{FF2B5EF4-FFF2-40B4-BE49-F238E27FC236}">
                  <a16:creationId xmlns:a16="http://schemas.microsoft.com/office/drawing/2014/main" id="{EF48359B-58E6-2D03-631D-FF7FA3352F90}"/>
                </a:ext>
              </a:extLst>
            </p:cNvPr>
            <p:cNvGrpSpPr/>
            <p:nvPr/>
          </p:nvGrpSpPr>
          <p:grpSpPr>
            <a:xfrm>
              <a:off x="11934985" y="9427864"/>
              <a:ext cx="4064895" cy="1580359"/>
              <a:chOff x="15428135" y="4699895"/>
              <a:chExt cx="3636426" cy="1358142"/>
            </a:xfrm>
          </p:grpSpPr>
          <p:sp>
            <p:nvSpPr>
              <p:cNvPr id="725" name="矩形 724">
                <a:extLst>
                  <a:ext uri="{FF2B5EF4-FFF2-40B4-BE49-F238E27FC236}">
                    <a16:creationId xmlns:a16="http://schemas.microsoft.com/office/drawing/2014/main" id="{54A9CBFF-8755-9EEF-DDD0-27FFBA1F5DD7}"/>
                  </a:ext>
                </a:extLst>
              </p:cNvPr>
              <p:cNvSpPr/>
              <p:nvPr/>
            </p:nvSpPr>
            <p:spPr>
              <a:xfrm>
                <a:off x="15428135" y="4738267"/>
                <a:ext cx="3636426" cy="1319770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8" name="椭圆 727">
                <a:extLst>
                  <a:ext uri="{FF2B5EF4-FFF2-40B4-BE49-F238E27FC236}">
                    <a16:creationId xmlns:a16="http://schemas.microsoft.com/office/drawing/2014/main" id="{059E22EF-C040-8D14-B5CA-E8F9ED594FB0}"/>
                  </a:ext>
                </a:extLst>
              </p:cNvPr>
              <p:cNvSpPr/>
              <p:nvPr/>
            </p:nvSpPr>
            <p:spPr>
              <a:xfrm>
                <a:off x="17910475" y="5162238"/>
                <a:ext cx="243379" cy="247504"/>
              </a:xfrm>
              <a:prstGeom prst="ellipse">
                <a:avLst/>
              </a:prstGeom>
              <a:solidFill>
                <a:srgbClr val="E54C5E">
                  <a:lumMod val="40000"/>
                  <a:lumOff val="60000"/>
                </a:srgb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0" name="矩形 729">
                <a:extLst>
                  <a:ext uri="{FF2B5EF4-FFF2-40B4-BE49-F238E27FC236}">
                    <a16:creationId xmlns:a16="http://schemas.microsoft.com/office/drawing/2014/main" id="{EEDD98F4-4D01-9A2B-FE25-47B8ABC0EA23}"/>
                  </a:ext>
                </a:extLst>
              </p:cNvPr>
              <p:cNvSpPr/>
              <p:nvPr/>
            </p:nvSpPr>
            <p:spPr>
              <a:xfrm>
                <a:off x="16418807" y="5240108"/>
                <a:ext cx="243379" cy="247504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1" name="椭圆 730">
                <a:extLst>
                  <a:ext uri="{FF2B5EF4-FFF2-40B4-BE49-F238E27FC236}">
                    <a16:creationId xmlns:a16="http://schemas.microsoft.com/office/drawing/2014/main" id="{AD74CE1F-CD9C-31E6-C12E-438CC1E80BF1}"/>
                  </a:ext>
                </a:extLst>
              </p:cNvPr>
              <p:cNvSpPr/>
              <p:nvPr/>
            </p:nvSpPr>
            <p:spPr>
              <a:xfrm>
                <a:off x="15731540" y="5390544"/>
                <a:ext cx="243379" cy="247504"/>
              </a:xfrm>
              <a:prstGeom prst="ellipse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3" name="矩形 732">
                <a:extLst>
                  <a:ext uri="{FF2B5EF4-FFF2-40B4-BE49-F238E27FC236}">
                    <a16:creationId xmlns:a16="http://schemas.microsoft.com/office/drawing/2014/main" id="{E62FAA48-3522-BA53-CB7E-ACDAC8B748C3}"/>
                  </a:ext>
                </a:extLst>
              </p:cNvPr>
              <p:cNvSpPr/>
              <p:nvPr/>
            </p:nvSpPr>
            <p:spPr>
              <a:xfrm rot="5400000">
                <a:off x="18570074" y="5444318"/>
                <a:ext cx="247504" cy="243379"/>
              </a:xfrm>
              <a:prstGeom prst="rect">
                <a:avLst/>
              </a:prstGeom>
              <a:solidFill>
                <a:srgbClr val="E54C5E">
                  <a:lumMod val="40000"/>
                  <a:lumOff val="60000"/>
                </a:srgb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 dirty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34" name="直接箭头连接符 733">
                <a:extLst>
                  <a:ext uri="{FF2B5EF4-FFF2-40B4-BE49-F238E27FC236}">
                    <a16:creationId xmlns:a16="http://schemas.microsoft.com/office/drawing/2014/main" id="{E5180E34-6F2F-9692-9DD5-0D875AEA65C0}"/>
                  </a:ext>
                </a:extLst>
              </p:cNvPr>
              <p:cNvCxnSpPr>
                <a:cxnSpLocks/>
                <a:stCxn id="730" idx="1"/>
              </p:cNvCxnSpPr>
              <p:nvPr/>
            </p:nvCxnSpPr>
            <p:spPr>
              <a:xfrm flipH="1">
                <a:off x="15961990" y="5363860"/>
                <a:ext cx="456817" cy="17129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5" name="文本框 734">
                <a:extLst>
                  <a:ext uri="{FF2B5EF4-FFF2-40B4-BE49-F238E27FC236}">
                    <a16:creationId xmlns:a16="http://schemas.microsoft.com/office/drawing/2014/main" id="{D909F5C3-69D5-CAA3-0CA0-4759A9E2CE40}"/>
                  </a:ext>
                </a:extLst>
              </p:cNvPr>
              <p:cNvSpPr txBox="1"/>
              <p:nvPr/>
            </p:nvSpPr>
            <p:spPr>
              <a:xfrm>
                <a:off x="15906853" y="4764683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6" name="文本框 735">
                <a:extLst>
                  <a:ext uri="{FF2B5EF4-FFF2-40B4-BE49-F238E27FC236}">
                    <a16:creationId xmlns:a16="http://schemas.microsoft.com/office/drawing/2014/main" id="{F14F95B6-EB1A-C455-1DB4-377226C27826}"/>
                  </a:ext>
                </a:extLst>
              </p:cNvPr>
              <p:cNvSpPr txBox="1"/>
              <p:nvPr/>
            </p:nvSpPr>
            <p:spPr>
              <a:xfrm>
                <a:off x="15498878" y="4699895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7" name="文本框 736">
                <a:extLst>
                  <a:ext uri="{FF2B5EF4-FFF2-40B4-BE49-F238E27FC236}">
                    <a16:creationId xmlns:a16="http://schemas.microsoft.com/office/drawing/2014/main" id="{3C08EDE5-B4A2-C05E-F587-222B546E548F}"/>
                  </a:ext>
                </a:extLst>
              </p:cNvPr>
              <p:cNvSpPr txBox="1"/>
              <p:nvPr/>
            </p:nvSpPr>
            <p:spPr>
              <a:xfrm>
                <a:off x="18288517" y="4764713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263EA7E5-1FDD-1EA6-4E21-611D8DEDE377}"/>
                  </a:ext>
                </a:extLst>
              </p:cNvPr>
              <p:cNvSpPr txBox="1"/>
              <p:nvPr/>
            </p:nvSpPr>
            <p:spPr>
              <a:xfrm>
                <a:off x="18741443" y="4929345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39" name="文本框 738">
                <a:extLst>
                  <a:ext uri="{FF2B5EF4-FFF2-40B4-BE49-F238E27FC236}">
                    <a16:creationId xmlns:a16="http://schemas.microsoft.com/office/drawing/2014/main" id="{CD6FF479-CB8B-E89B-6E98-380ECA2BA9E3}"/>
                  </a:ext>
                </a:extLst>
              </p:cNvPr>
              <p:cNvSpPr txBox="1"/>
              <p:nvPr/>
            </p:nvSpPr>
            <p:spPr>
              <a:xfrm>
                <a:off x="15683189" y="5606080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40" name="文本框 739">
                <a:extLst>
                  <a:ext uri="{FF2B5EF4-FFF2-40B4-BE49-F238E27FC236}">
                    <a16:creationId xmlns:a16="http://schemas.microsoft.com/office/drawing/2014/main" id="{EF298151-D576-59CB-C52C-FE4F47FF1436}"/>
                  </a:ext>
                </a:extLst>
              </p:cNvPr>
              <p:cNvSpPr txBox="1"/>
              <p:nvPr/>
            </p:nvSpPr>
            <p:spPr>
              <a:xfrm>
                <a:off x="16433843" y="5393711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4012BC00-7A3E-C10B-7AAC-AD633FA4173B}"/>
                  </a:ext>
                </a:extLst>
              </p:cNvPr>
              <p:cNvSpPr txBox="1"/>
              <p:nvPr/>
            </p:nvSpPr>
            <p:spPr>
              <a:xfrm>
                <a:off x="17692030" y="5396360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9D11EA3B-E521-64CB-D8CC-F4A2A97265DB}"/>
                  </a:ext>
                </a:extLst>
              </p:cNvPr>
              <p:cNvSpPr txBox="1"/>
              <p:nvPr/>
            </p:nvSpPr>
            <p:spPr>
              <a:xfrm>
                <a:off x="18285778" y="5606830"/>
                <a:ext cx="58" cy="423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3200" dirty="0"/>
              </a:p>
            </p:txBody>
          </p:sp>
          <p:cxnSp>
            <p:nvCxnSpPr>
              <p:cNvPr id="743" name="直接箭头连接符 742">
                <a:extLst>
                  <a:ext uri="{FF2B5EF4-FFF2-40B4-BE49-F238E27FC236}">
                    <a16:creationId xmlns:a16="http://schemas.microsoft.com/office/drawing/2014/main" id="{7133D95C-E3BF-A971-AEB5-B4E794C136A1}"/>
                  </a:ext>
                </a:extLst>
              </p:cNvPr>
              <p:cNvCxnSpPr>
                <a:cxnSpLocks/>
                <a:stCxn id="730" idx="3"/>
                <a:endCxn id="728" idx="2"/>
              </p:cNvCxnSpPr>
              <p:nvPr/>
            </p:nvCxnSpPr>
            <p:spPr>
              <a:xfrm flipV="1">
                <a:off x="16662186" y="5285990"/>
                <a:ext cx="1248289" cy="7787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4" name="直接箭头连接符 743">
                <a:extLst>
                  <a:ext uri="{FF2B5EF4-FFF2-40B4-BE49-F238E27FC236}">
                    <a16:creationId xmlns:a16="http://schemas.microsoft.com/office/drawing/2014/main" id="{D25B428D-F167-29D1-1F1A-072DC48DAB6A}"/>
                  </a:ext>
                </a:extLst>
              </p:cNvPr>
              <p:cNvCxnSpPr>
                <a:cxnSpLocks/>
                <a:stCxn id="728" idx="6"/>
                <a:endCxn id="733" idx="1"/>
              </p:cNvCxnSpPr>
              <p:nvPr/>
            </p:nvCxnSpPr>
            <p:spPr>
              <a:xfrm>
                <a:off x="18153854" y="5285990"/>
                <a:ext cx="539972" cy="15626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4" name="文本框 853">
              <a:extLst>
                <a:ext uri="{FF2B5EF4-FFF2-40B4-BE49-F238E27FC236}">
                  <a16:creationId xmlns:a16="http://schemas.microsoft.com/office/drawing/2014/main" id="{52A3AF6C-7FCC-B169-AA41-8271F58FD2E3}"/>
                </a:ext>
              </a:extLst>
            </p:cNvPr>
            <p:cNvSpPr txBox="1"/>
            <p:nvPr/>
          </p:nvSpPr>
          <p:spPr>
            <a:xfrm>
              <a:off x="11429075" y="11203276"/>
              <a:ext cx="55625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Preventing hypersphere collapse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1" name="文本框 1120">
              <a:extLst>
                <a:ext uri="{FF2B5EF4-FFF2-40B4-BE49-F238E27FC236}">
                  <a16:creationId xmlns:a16="http://schemas.microsoft.com/office/drawing/2014/main" id="{AF0D68AC-2BC6-8757-442E-1B001104AA4D}"/>
                </a:ext>
              </a:extLst>
            </p:cNvPr>
            <p:cNvSpPr txBox="1"/>
            <p:nvPr/>
          </p:nvSpPr>
          <p:spPr>
            <a:xfrm>
              <a:off x="13573243" y="9602017"/>
              <a:ext cx="10640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push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7" name="文本框 1146">
              <a:extLst>
                <a:ext uri="{FF2B5EF4-FFF2-40B4-BE49-F238E27FC236}">
                  <a16:creationId xmlns:a16="http://schemas.microsoft.com/office/drawing/2014/main" id="{78ED6453-32E1-26D4-EEC0-190C65BBB6AC}"/>
                </a:ext>
              </a:extLst>
            </p:cNvPr>
            <p:cNvSpPr txBox="1"/>
            <p:nvPr/>
          </p:nvSpPr>
          <p:spPr>
            <a:xfrm>
              <a:off x="14570427" y="10180871"/>
              <a:ext cx="870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pull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8" name="文本框 1147">
              <a:extLst>
                <a:ext uri="{FF2B5EF4-FFF2-40B4-BE49-F238E27FC236}">
                  <a16:creationId xmlns:a16="http://schemas.microsoft.com/office/drawing/2014/main" id="{A585E34D-4926-1416-09B8-F0DEE00649EB}"/>
                </a:ext>
              </a:extLst>
            </p:cNvPr>
            <p:cNvSpPr txBox="1"/>
            <p:nvPr/>
          </p:nvSpPr>
          <p:spPr>
            <a:xfrm>
              <a:off x="12052190" y="10364376"/>
              <a:ext cx="10640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pull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5" name="直接箭头连接符 1114">
              <a:extLst>
                <a:ext uri="{FF2B5EF4-FFF2-40B4-BE49-F238E27FC236}">
                  <a16:creationId xmlns:a16="http://schemas.microsoft.com/office/drawing/2014/main" id="{11BE568D-E174-8BF3-903B-1B46F6729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44137" y="9602019"/>
              <a:ext cx="1844575" cy="842141"/>
            </a:xfrm>
            <a:prstGeom prst="bentConnector3">
              <a:avLst>
                <a:gd name="adj1" fmla="val 99572"/>
              </a:avLst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CC96AB53-DF29-D154-BD8D-41FD4D028EFA}"/>
                </a:ext>
              </a:extLst>
            </p:cNvPr>
            <p:cNvSpPr txBox="1"/>
            <p:nvPr/>
          </p:nvSpPr>
          <p:spPr>
            <a:xfrm>
              <a:off x="17164021" y="10678807"/>
              <a:ext cx="4388369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Staying away from center indicates fake news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0" name="直接箭头连接符 1119">
              <a:extLst>
                <a:ext uri="{FF2B5EF4-FFF2-40B4-BE49-F238E27FC236}">
                  <a16:creationId xmlns:a16="http://schemas.microsoft.com/office/drawing/2014/main" id="{8CABD9E2-9746-0C04-43C2-2F4436627907}"/>
                </a:ext>
              </a:extLst>
            </p:cNvPr>
            <p:cNvCxnSpPr>
              <a:cxnSpLocks/>
            </p:cNvCxnSpPr>
            <p:nvPr/>
          </p:nvCxnSpPr>
          <p:spPr>
            <a:xfrm>
              <a:off x="18493743" y="9365672"/>
              <a:ext cx="0" cy="1505145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9" name="组合 398">
              <a:extLst>
                <a:ext uri="{FF2B5EF4-FFF2-40B4-BE49-F238E27FC236}">
                  <a16:creationId xmlns:a16="http://schemas.microsoft.com/office/drawing/2014/main" id="{55F0EF36-54AE-2D60-D3E6-DA44D758AA85}"/>
                </a:ext>
              </a:extLst>
            </p:cNvPr>
            <p:cNvGrpSpPr/>
            <p:nvPr/>
          </p:nvGrpSpPr>
          <p:grpSpPr>
            <a:xfrm>
              <a:off x="11652043" y="1359987"/>
              <a:ext cx="1079999" cy="725972"/>
              <a:chOff x="5073518" y="5096956"/>
              <a:chExt cx="2133941" cy="1401200"/>
            </a:xfrm>
          </p:grpSpPr>
          <p:sp>
            <p:nvSpPr>
              <p:cNvPr id="951" name="Google Shape;897;p28">
                <a:extLst>
                  <a:ext uri="{FF2B5EF4-FFF2-40B4-BE49-F238E27FC236}">
                    <a16:creationId xmlns:a16="http://schemas.microsoft.com/office/drawing/2014/main" id="{8288EFBF-85D7-9C36-94BF-E7E2E8F13CFE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rgbClr val="7DDFD6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2" name="Google Shape;898;p28">
                <a:extLst>
                  <a:ext uri="{FF2B5EF4-FFF2-40B4-BE49-F238E27FC236}">
                    <a16:creationId xmlns:a16="http://schemas.microsoft.com/office/drawing/2014/main" id="{15D96733-FB8C-4C55-2C53-D552551E7CDF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3" name="Google Shape;899;p28">
                <a:extLst>
                  <a:ext uri="{FF2B5EF4-FFF2-40B4-BE49-F238E27FC236}">
                    <a16:creationId xmlns:a16="http://schemas.microsoft.com/office/drawing/2014/main" id="{D8707A9D-4169-2672-0680-395944661B0C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5" name="Google Shape;902;p28">
                <a:extLst>
                  <a:ext uri="{FF2B5EF4-FFF2-40B4-BE49-F238E27FC236}">
                    <a16:creationId xmlns:a16="http://schemas.microsoft.com/office/drawing/2014/main" id="{12B143C0-276C-7CF9-7412-CC78134A3918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rgbClr val="7DDFD6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6" name="Google Shape;903;p28">
                <a:extLst>
                  <a:ext uri="{FF2B5EF4-FFF2-40B4-BE49-F238E27FC236}">
                    <a16:creationId xmlns:a16="http://schemas.microsoft.com/office/drawing/2014/main" id="{9D426C16-22EB-E509-AB0E-3A59A761380D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7" name="Google Shape;904;p28">
                <a:extLst>
                  <a:ext uri="{FF2B5EF4-FFF2-40B4-BE49-F238E27FC236}">
                    <a16:creationId xmlns:a16="http://schemas.microsoft.com/office/drawing/2014/main" id="{E9E93EEE-FD27-A22A-2D60-E79048532251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00" name="组合 399">
              <a:extLst>
                <a:ext uri="{FF2B5EF4-FFF2-40B4-BE49-F238E27FC236}">
                  <a16:creationId xmlns:a16="http://schemas.microsoft.com/office/drawing/2014/main" id="{57A84569-6520-F33A-374A-E5593B208318}"/>
                </a:ext>
              </a:extLst>
            </p:cNvPr>
            <p:cNvGrpSpPr/>
            <p:nvPr/>
          </p:nvGrpSpPr>
          <p:grpSpPr>
            <a:xfrm>
              <a:off x="11654012" y="2845643"/>
              <a:ext cx="1079999" cy="725972"/>
              <a:chOff x="5073518" y="5096956"/>
              <a:chExt cx="2133941" cy="1401200"/>
            </a:xfrm>
          </p:grpSpPr>
          <p:sp>
            <p:nvSpPr>
              <p:cNvPr id="945" name="Google Shape;897;p28">
                <a:extLst>
                  <a:ext uri="{FF2B5EF4-FFF2-40B4-BE49-F238E27FC236}">
                    <a16:creationId xmlns:a16="http://schemas.microsoft.com/office/drawing/2014/main" id="{0EFAF574-16E9-F0FF-3B03-2C1EE499BD5C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6" name="Google Shape;898;p28">
                <a:extLst>
                  <a:ext uri="{FF2B5EF4-FFF2-40B4-BE49-F238E27FC236}">
                    <a16:creationId xmlns:a16="http://schemas.microsoft.com/office/drawing/2014/main" id="{6EDE04C7-DA44-275C-CB26-C1AF42586F5C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7" name="Google Shape;899;p28">
                <a:extLst>
                  <a:ext uri="{FF2B5EF4-FFF2-40B4-BE49-F238E27FC236}">
                    <a16:creationId xmlns:a16="http://schemas.microsoft.com/office/drawing/2014/main" id="{BE434D77-C7F4-362E-181D-511D7FB1C225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8" name="Google Shape;902;p28">
                <a:extLst>
                  <a:ext uri="{FF2B5EF4-FFF2-40B4-BE49-F238E27FC236}">
                    <a16:creationId xmlns:a16="http://schemas.microsoft.com/office/drawing/2014/main" id="{026BE990-BF9E-7FB8-13E3-69B07D1F3E7D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9" name="Google Shape;903;p28">
                <a:extLst>
                  <a:ext uri="{FF2B5EF4-FFF2-40B4-BE49-F238E27FC236}">
                    <a16:creationId xmlns:a16="http://schemas.microsoft.com/office/drawing/2014/main" id="{8EB3F424-C7D2-90A7-ED94-AB05ECBB3AFE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0" name="Google Shape;904;p28">
                <a:extLst>
                  <a:ext uri="{FF2B5EF4-FFF2-40B4-BE49-F238E27FC236}">
                    <a16:creationId xmlns:a16="http://schemas.microsoft.com/office/drawing/2014/main" id="{DFAD4738-E482-9F5E-2B64-FBC6A7E8D47F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rgbClr val="FFC000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401" name="直接箭头连接符 400">
              <a:extLst>
                <a:ext uri="{FF2B5EF4-FFF2-40B4-BE49-F238E27FC236}">
                  <a16:creationId xmlns:a16="http://schemas.microsoft.com/office/drawing/2014/main" id="{2F750439-7CB3-1E2A-FBBC-F0A5ED0FA7B0}"/>
                </a:ext>
              </a:extLst>
            </p:cNvPr>
            <p:cNvCxnSpPr>
              <a:cxnSpLocks/>
            </p:cNvCxnSpPr>
            <p:nvPr/>
          </p:nvCxnSpPr>
          <p:spPr>
            <a:xfrm>
              <a:off x="10934135" y="2385011"/>
              <a:ext cx="755729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矩形: 圆角 401">
              <a:extLst>
                <a:ext uri="{FF2B5EF4-FFF2-40B4-BE49-F238E27FC236}">
                  <a16:creationId xmlns:a16="http://schemas.microsoft.com/office/drawing/2014/main" id="{2FBFE77A-1F17-3128-627D-B5C0B1A44A74}"/>
                </a:ext>
              </a:extLst>
            </p:cNvPr>
            <p:cNvSpPr/>
            <p:nvPr/>
          </p:nvSpPr>
          <p:spPr>
            <a:xfrm>
              <a:off x="13972431" y="1296223"/>
              <a:ext cx="3228616" cy="807114"/>
            </a:xfrm>
            <a:prstGeom prst="roundRect">
              <a:avLst/>
            </a:prstGeom>
            <a:solidFill>
              <a:srgbClr val="F2F5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Masked-Attention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03" name="组合 402">
              <a:extLst>
                <a:ext uri="{FF2B5EF4-FFF2-40B4-BE49-F238E27FC236}">
                  <a16:creationId xmlns:a16="http://schemas.microsoft.com/office/drawing/2014/main" id="{45C51D22-6238-C945-112C-E4DEA057518E}"/>
                </a:ext>
              </a:extLst>
            </p:cNvPr>
            <p:cNvGrpSpPr/>
            <p:nvPr/>
          </p:nvGrpSpPr>
          <p:grpSpPr>
            <a:xfrm>
              <a:off x="27617252" y="4998548"/>
              <a:ext cx="360000" cy="2160000"/>
              <a:chOff x="1743737" y="4979181"/>
              <a:chExt cx="360000" cy="216000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898" name="矩形 897">
                <a:extLst>
                  <a:ext uri="{FF2B5EF4-FFF2-40B4-BE49-F238E27FC236}">
                    <a16:creationId xmlns:a16="http://schemas.microsoft.com/office/drawing/2014/main" id="{CCF9A0EB-E5AD-8DA2-42AB-9B856D5E366A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9" name="矩形 898">
                <a:extLst>
                  <a:ext uri="{FF2B5EF4-FFF2-40B4-BE49-F238E27FC236}">
                    <a16:creationId xmlns:a16="http://schemas.microsoft.com/office/drawing/2014/main" id="{A5C8A6D9-A3C8-422D-800D-7555ED8E3918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1" name="矩形 900">
                <a:extLst>
                  <a:ext uri="{FF2B5EF4-FFF2-40B4-BE49-F238E27FC236}">
                    <a16:creationId xmlns:a16="http://schemas.microsoft.com/office/drawing/2014/main" id="{09792E18-9D68-46E7-D557-0156B13F0521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2" name="矩形 941">
                <a:extLst>
                  <a:ext uri="{FF2B5EF4-FFF2-40B4-BE49-F238E27FC236}">
                    <a16:creationId xmlns:a16="http://schemas.microsoft.com/office/drawing/2014/main" id="{ABC3E7B0-B637-FEDA-0EFA-B0B735E0D4E4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3" name="矩形 942">
                <a:extLst>
                  <a:ext uri="{FF2B5EF4-FFF2-40B4-BE49-F238E27FC236}">
                    <a16:creationId xmlns:a16="http://schemas.microsoft.com/office/drawing/2014/main" id="{15BF737E-71B3-6766-8892-9A99DF952731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4" name="矩形 943">
                <a:extLst>
                  <a:ext uri="{FF2B5EF4-FFF2-40B4-BE49-F238E27FC236}">
                    <a16:creationId xmlns:a16="http://schemas.microsoft.com/office/drawing/2014/main" id="{6CE4FD87-58EB-A70B-CBB1-B69F58F995F2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D7ADADD6-DB7D-A0C4-EE30-F7D0899A6FC6}"/>
                </a:ext>
              </a:extLst>
            </p:cNvPr>
            <p:cNvGrpSpPr/>
            <p:nvPr/>
          </p:nvGrpSpPr>
          <p:grpSpPr>
            <a:xfrm>
              <a:off x="27053217" y="4998548"/>
              <a:ext cx="360000" cy="2160000"/>
              <a:chOff x="1743737" y="4979181"/>
              <a:chExt cx="360000" cy="21600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853" name="矩形 852">
                <a:extLst>
                  <a:ext uri="{FF2B5EF4-FFF2-40B4-BE49-F238E27FC236}">
                    <a16:creationId xmlns:a16="http://schemas.microsoft.com/office/drawing/2014/main" id="{4260064B-30D2-D0E7-4A4A-8F0074D1D44E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1" name="矩形 870">
                <a:extLst>
                  <a:ext uri="{FF2B5EF4-FFF2-40B4-BE49-F238E27FC236}">
                    <a16:creationId xmlns:a16="http://schemas.microsoft.com/office/drawing/2014/main" id="{3B2BA990-4143-C070-036B-B22130BE7BC3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rgbClr val="24908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4" name="矩形 873">
                <a:extLst>
                  <a:ext uri="{FF2B5EF4-FFF2-40B4-BE49-F238E27FC236}">
                    <a16:creationId xmlns:a16="http://schemas.microsoft.com/office/drawing/2014/main" id="{D7466050-4965-327F-0F49-A89830811C48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5" name="矩形 874">
                <a:extLst>
                  <a:ext uri="{FF2B5EF4-FFF2-40B4-BE49-F238E27FC236}">
                    <a16:creationId xmlns:a16="http://schemas.microsoft.com/office/drawing/2014/main" id="{61821EB4-EF72-CDE7-68DE-DA014E6247E8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8" name="矩形 877">
                <a:extLst>
                  <a:ext uri="{FF2B5EF4-FFF2-40B4-BE49-F238E27FC236}">
                    <a16:creationId xmlns:a16="http://schemas.microsoft.com/office/drawing/2014/main" id="{E4E0AEBC-B8ED-E062-8227-F6BD247764F6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rgbClr val="D4F4F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7" name="矩形 886">
                <a:extLst>
                  <a:ext uri="{FF2B5EF4-FFF2-40B4-BE49-F238E27FC236}">
                    <a16:creationId xmlns:a16="http://schemas.microsoft.com/office/drawing/2014/main" id="{5AD126FB-DA4A-CF76-FF16-11FE2320E97C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rgbClr val="D4F4F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6E525032-0302-76CC-D4FC-CC161066C373}"/>
                    </a:ext>
                  </a:extLst>
                </p:cNvPr>
                <p:cNvSpPr txBox="1"/>
                <p:nvPr/>
              </p:nvSpPr>
              <p:spPr>
                <a:xfrm>
                  <a:off x="26900964" y="4434459"/>
                  <a:ext cx="752349" cy="6101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zh-CN" alt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6E525032-0302-76CC-D4FC-CC161066C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00964" y="4434459"/>
                  <a:ext cx="752349" cy="61016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A2108982-4921-09DD-5BA6-6A69A56CC1E1}"/>
                    </a:ext>
                  </a:extLst>
                </p:cNvPr>
                <p:cNvSpPr txBox="1"/>
                <p:nvPr/>
              </p:nvSpPr>
              <p:spPr>
                <a:xfrm>
                  <a:off x="27471222" y="4434455"/>
                  <a:ext cx="752349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zh-CN" alt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A2108982-4921-09DD-5BA6-6A69A56CC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71222" y="4434455"/>
                  <a:ext cx="752349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10416DE9-C5B9-963C-B362-600880527F41}"/>
                </a:ext>
              </a:extLst>
            </p:cNvPr>
            <p:cNvCxnSpPr>
              <a:cxnSpLocks/>
              <a:endCxn id="402" idx="1"/>
            </p:cNvCxnSpPr>
            <p:nvPr/>
          </p:nvCxnSpPr>
          <p:spPr>
            <a:xfrm>
              <a:off x="12732044" y="1691177"/>
              <a:ext cx="1240389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矩形: 圆角 407">
              <a:extLst>
                <a:ext uri="{FF2B5EF4-FFF2-40B4-BE49-F238E27FC236}">
                  <a16:creationId xmlns:a16="http://schemas.microsoft.com/office/drawing/2014/main" id="{A8226825-87C3-2D01-EAE5-9AB36DFA18ED}"/>
                </a:ext>
              </a:extLst>
            </p:cNvPr>
            <p:cNvSpPr/>
            <p:nvPr/>
          </p:nvSpPr>
          <p:spPr>
            <a:xfrm>
              <a:off x="13972431" y="2854873"/>
              <a:ext cx="3228616" cy="807114"/>
            </a:xfrm>
            <a:prstGeom prst="roundRect">
              <a:avLst/>
            </a:prstGeom>
            <a:solidFill>
              <a:srgbClr val="F2F5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Masked-Attention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51A34D6D-AF03-C35F-99A9-7183852FF942}"/>
                </a:ext>
              </a:extLst>
            </p:cNvPr>
            <p:cNvCxnSpPr>
              <a:cxnSpLocks/>
              <a:endCxn id="408" idx="1"/>
            </p:cNvCxnSpPr>
            <p:nvPr/>
          </p:nvCxnSpPr>
          <p:spPr>
            <a:xfrm>
              <a:off x="12732044" y="1728272"/>
              <a:ext cx="1240389" cy="153015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箭头连接符 409">
              <a:extLst>
                <a:ext uri="{FF2B5EF4-FFF2-40B4-BE49-F238E27FC236}">
                  <a16:creationId xmlns:a16="http://schemas.microsoft.com/office/drawing/2014/main" id="{E9D5EFE5-25AE-FF15-EE1C-78A397C835FF}"/>
                </a:ext>
              </a:extLst>
            </p:cNvPr>
            <p:cNvCxnSpPr>
              <a:cxnSpLocks/>
              <a:endCxn id="408" idx="1"/>
            </p:cNvCxnSpPr>
            <p:nvPr/>
          </p:nvCxnSpPr>
          <p:spPr>
            <a:xfrm>
              <a:off x="12748383" y="3241746"/>
              <a:ext cx="1224056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箭头连接符 410">
              <a:extLst>
                <a:ext uri="{FF2B5EF4-FFF2-40B4-BE49-F238E27FC236}">
                  <a16:creationId xmlns:a16="http://schemas.microsoft.com/office/drawing/2014/main" id="{B71400CF-4726-7AA1-CE88-F27EB7FDB692}"/>
                </a:ext>
              </a:extLst>
            </p:cNvPr>
            <p:cNvCxnSpPr>
              <a:cxnSpLocks/>
              <a:endCxn id="402" idx="1"/>
            </p:cNvCxnSpPr>
            <p:nvPr/>
          </p:nvCxnSpPr>
          <p:spPr>
            <a:xfrm flipV="1">
              <a:off x="12748383" y="1699785"/>
              <a:ext cx="1224056" cy="1535027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矩形: 圆角 415">
              <a:extLst>
                <a:ext uri="{FF2B5EF4-FFF2-40B4-BE49-F238E27FC236}">
                  <a16:creationId xmlns:a16="http://schemas.microsoft.com/office/drawing/2014/main" id="{6CBAEBE5-DAD0-1A56-6A97-B18519B79667}"/>
                </a:ext>
              </a:extLst>
            </p:cNvPr>
            <p:cNvSpPr/>
            <p:nvPr/>
          </p:nvSpPr>
          <p:spPr>
            <a:xfrm>
              <a:off x="17529235" y="1357318"/>
              <a:ext cx="6395815" cy="21341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6AF04EB1-8B15-7DBB-A5D3-39E6FA0B25D4}"/>
                </a:ext>
              </a:extLst>
            </p:cNvPr>
            <p:cNvGrpSpPr/>
            <p:nvPr/>
          </p:nvGrpSpPr>
          <p:grpSpPr>
            <a:xfrm>
              <a:off x="17720059" y="1876667"/>
              <a:ext cx="1439998" cy="1439998"/>
              <a:chOff x="5073518" y="5096956"/>
              <a:chExt cx="2133941" cy="2084511"/>
            </a:xfrm>
          </p:grpSpPr>
          <p:sp>
            <p:nvSpPr>
              <p:cNvPr id="803" name="Google Shape;897;p28">
                <a:extLst>
                  <a:ext uri="{FF2B5EF4-FFF2-40B4-BE49-F238E27FC236}">
                    <a16:creationId xmlns:a16="http://schemas.microsoft.com/office/drawing/2014/main" id="{7AF035E4-B7FB-5AC3-F6BB-97E4CEFFD2DF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7" name="Google Shape;898;p28">
                <a:extLst>
                  <a:ext uri="{FF2B5EF4-FFF2-40B4-BE49-F238E27FC236}">
                    <a16:creationId xmlns:a16="http://schemas.microsoft.com/office/drawing/2014/main" id="{BF22DBD0-3A58-4A0D-A708-AB106B757FB2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8" name="Google Shape;899;p28">
                <a:extLst>
                  <a:ext uri="{FF2B5EF4-FFF2-40B4-BE49-F238E27FC236}">
                    <a16:creationId xmlns:a16="http://schemas.microsoft.com/office/drawing/2014/main" id="{FC0C1405-AA53-39BB-6B21-CA4B38637312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9" name="Google Shape;902;p28">
                <a:extLst>
                  <a:ext uri="{FF2B5EF4-FFF2-40B4-BE49-F238E27FC236}">
                    <a16:creationId xmlns:a16="http://schemas.microsoft.com/office/drawing/2014/main" id="{467F9AF6-1725-7B0A-CBA9-D00FF4424372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0" name="Google Shape;903;p28">
                <a:extLst>
                  <a:ext uri="{FF2B5EF4-FFF2-40B4-BE49-F238E27FC236}">
                    <a16:creationId xmlns:a16="http://schemas.microsoft.com/office/drawing/2014/main" id="{7FB37598-6A1C-1D63-BDE2-8382265F2640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1" name="Google Shape;904;p28">
                <a:extLst>
                  <a:ext uri="{FF2B5EF4-FFF2-40B4-BE49-F238E27FC236}">
                    <a16:creationId xmlns:a16="http://schemas.microsoft.com/office/drawing/2014/main" id="{A40D48C8-2E73-7403-10E9-BA3C20686E93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2" name="Google Shape;907;p28">
                <a:extLst>
                  <a:ext uri="{FF2B5EF4-FFF2-40B4-BE49-F238E27FC236}">
                    <a16:creationId xmlns:a16="http://schemas.microsoft.com/office/drawing/2014/main" id="{38EDE307-3060-2810-385C-353BB70F0DAC}"/>
                  </a:ext>
                </a:extLst>
              </p:cNvPr>
              <p:cNvSpPr/>
              <p:nvPr/>
            </p:nvSpPr>
            <p:spPr>
              <a:xfrm flipH="1">
                <a:off x="507351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6" name="Google Shape;908;p28">
                <a:extLst>
                  <a:ext uri="{FF2B5EF4-FFF2-40B4-BE49-F238E27FC236}">
                    <a16:creationId xmlns:a16="http://schemas.microsoft.com/office/drawing/2014/main" id="{36B4A6D7-7537-D603-C848-38684C69E75E}"/>
                  </a:ext>
                </a:extLst>
              </p:cNvPr>
              <p:cNvSpPr/>
              <p:nvPr/>
            </p:nvSpPr>
            <p:spPr>
              <a:xfrm flipH="1">
                <a:off x="578048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2" name="Google Shape;909;p28">
                <a:extLst>
                  <a:ext uri="{FF2B5EF4-FFF2-40B4-BE49-F238E27FC236}">
                    <a16:creationId xmlns:a16="http://schemas.microsoft.com/office/drawing/2014/main" id="{2232455B-8139-AD2C-842A-3BC2559B4033}"/>
                  </a:ext>
                </a:extLst>
              </p:cNvPr>
              <p:cNvSpPr/>
              <p:nvPr/>
            </p:nvSpPr>
            <p:spPr>
              <a:xfrm flipH="1">
                <a:off x="6487459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18" name="组合 417">
              <a:extLst>
                <a:ext uri="{FF2B5EF4-FFF2-40B4-BE49-F238E27FC236}">
                  <a16:creationId xmlns:a16="http://schemas.microsoft.com/office/drawing/2014/main" id="{91BC3A58-BE15-4886-208F-82BF4A629A73}"/>
                </a:ext>
              </a:extLst>
            </p:cNvPr>
            <p:cNvGrpSpPr/>
            <p:nvPr/>
          </p:nvGrpSpPr>
          <p:grpSpPr>
            <a:xfrm>
              <a:off x="19793836" y="1875679"/>
              <a:ext cx="1439998" cy="1439998"/>
              <a:chOff x="5073518" y="5096956"/>
              <a:chExt cx="2133941" cy="2084511"/>
            </a:xfrm>
          </p:grpSpPr>
          <p:sp>
            <p:nvSpPr>
              <p:cNvPr id="790" name="Google Shape;897;p28">
                <a:extLst>
                  <a:ext uri="{FF2B5EF4-FFF2-40B4-BE49-F238E27FC236}">
                    <a16:creationId xmlns:a16="http://schemas.microsoft.com/office/drawing/2014/main" id="{C408F2E2-F57A-FF69-4D02-C8E63E7337E2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1" name="Google Shape;898;p28">
                <a:extLst>
                  <a:ext uri="{FF2B5EF4-FFF2-40B4-BE49-F238E27FC236}">
                    <a16:creationId xmlns:a16="http://schemas.microsoft.com/office/drawing/2014/main" id="{DE2D7F05-7C5E-DC8D-1886-EA28266CBAB3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2" name="Google Shape;899;p28">
                <a:extLst>
                  <a:ext uri="{FF2B5EF4-FFF2-40B4-BE49-F238E27FC236}">
                    <a16:creationId xmlns:a16="http://schemas.microsoft.com/office/drawing/2014/main" id="{FCB610F9-D8F4-273F-B6D1-FA7CD7E5A767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3" name="Google Shape;902;p28">
                <a:extLst>
                  <a:ext uri="{FF2B5EF4-FFF2-40B4-BE49-F238E27FC236}">
                    <a16:creationId xmlns:a16="http://schemas.microsoft.com/office/drawing/2014/main" id="{8D55DDCA-2490-498D-BFB6-39D0BE24DEC8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4" name="Google Shape;903;p28">
                <a:extLst>
                  <a:ext uri="{FF2B5EF4-FFF2-40B4-BE49-F238E27FC236}">
                    <a16:creationId xmlns:a16="http://schemas.microsoft.com/office/drawing/2014/main" id="{D6802BCB-C47C-3B06-98ED-85191F708CFB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5" name="Google Shape;904;p28">
                <a:extLst>
                  <a:ext uri="{FF2B5EF4-FFF2-40B4-BE49-F238E27FC236}">
                    <a16:creationId xmlns:a16="http://schemas.microsoft.com/office/drawing/2014/main" id="{CCDC83F7-02B8-3B7E-4DBC-951A62B2BAE1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6" name="Google Shape;907;p28">
                <a:extLst>
                  <a:ext uri="{FF2B5EF4-FFF2-40B4-BE49-F238E27FC236}">
                    <a16:creationId xmlns:a16="http://schemas.microsoft.com/office/drawing/2014/main" id="{086E0B58-07BC-59B9-4459-993AA54924A8}"/>
                  </a:ext>
                </a:extLst>
              </p:cNvPr>
              <p:cNvSpPr/>
              <p:nvPr/>
            </p:nvSpPr>
            <p:spPr>
              <a:xfrm flipH="1">
                <a:off x="5073518" y="6461467"/>
                <a:ext cx="720000" cy="72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9" name="Google Shape;908;p28">
                <a:extLst>
                  <a:ext uri="{FF2B5EF4-FFF2-40B4-BE49-F238E27FC236}">
                    <a16:creationId xmlns:a16="http://schemas.microsoft.com/office/drawing/2014/main" id="{FC88C5E7-CC3D-2EE1-D6B0-8EA6638176B0}"/>
                  </a:ext>
                </a:extLst>
              </p:cNvPr>
              <p:cNvSpPr/>
              <p:nvPr/>
            </p:nvSpPr>
            <p:spPr>
              <a:xfrm flipH="1">
                <a:off x="5780488" y="6461467"/>
                <a:ext cx="720000" cy="72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0" name="Google Shape;909;p28">
                <a:extLst>
                  <a:ext uri="{FF2B5EF4-FFF2-40B4-BE49-F238E27FC236}">
                    <a16:creationId xmlns:a16="http://schemas.microsoft.com/office/drawing/2014/main" id="{8F771613-0F51-5A7E-6216-58ECDBAFBE64}"/>
                  </a:ext>
                </a:extLst>
              </p:cNvPr>
              <p:cNvSpPr/>
              <p:nvPr/>
            </p:nvSpPr>
            <p:spPr>
              <a:xfrm flipH="1">
                <a:off x="6487459" y="6461467"/>
                <a:ext cx="720000" cy="7200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19" name="组合 418">
              <a:extLst>
                <a:ext uri="{FF2B5EF4-FFF2-40B4-BE49-F238E27FC236}">
                  <a16:creationId xmlns:a16="http://schemas.microsoft.com/office/drawing/2014/main" id="{54765870-6607-C63E-0803-7A84D241D3DE}"/>
                </a:ext>
              </a:extLst>
            </p:cNvPr>
            <p:cNvGrpSpPr/>
            <p:nvPr/>
          </p:nvGrpSpPr>
          <p:grpSpPr>
            <a:xfrm>
              <a:off x="22268618" y="1876006"/>
              <a:ext cx="1439998" cy="1439998"/>
              <a:chOff x="5073518" y="5096956"/>
              <a:chExt cx="2133941" cy="2084511"/>
            </a:xfrm>
          </p:grpSpPr>
          <p:sp>
            <p:nvSpPr>
              <p:cNvPr id="781" name="Google Shape;897;p28">
                <a:extLst>
                  <a:ext uri="{FF2B5EF4-FFF2-40B4-BE49-F238E27FC236}">
                    <a16:creationId xmlns:a16="http://schemas.microsoft.com/office/drawing/2014/main" id="{C0281F14-F9D2-3D2E-2851-AA8BF871AA5F}"/>
                  </a:ext>
                </a:extLst>
              </p:cNvPr>
              <p:cNvSpPr/>
              <p:nvPr/>
            </p:nvSpPr>
            <p:spPr>
              <a:xfrm flipH="1">
                <a:off x="5073518" y="5096956"/>
                <a:ext cx="720000" cy="72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2" name="Google Shape;898;p28">
                <a:extLst>
                  <a:ext uri="{FF2B5EF4-FFF2-40B4-BE49-F238E27FC236}">
                    <a16:creationId xmlns:a16="http://schemas.microsoft.com/office/drawing/2014/main" id="{34654AE2-377A-A6A4-DB32-FEDE72E5D88E}"/>
                  </a:ext>
                </a:extLst>
              </p:cNvPr>
              <p:cNvSpPr/>
              <p:nvPr/>
            </p:nvSpPr>
            <p:spPr>
              <a:xfrm flipH="1">
                <a:off x="5780488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3" name="Google Shape;899;p28">
                <a:extLst>
                  <a:ext uri="{FF2B5EF4-FFF2-40B4-BE49-F238E27FC236}">
                    <a16:creationId xmlns:a16="http://schemas.microsoft.com/office/drawing/2014/main" id="{76FA7C00-EECC-F2B7-11C2-F80416E96066}"/>
                  </a:ext>
                </a:extLst>
              </p:cNvPr>
              <p:cNvSpPr/>
              <p:nvPr/>
            </p:nvSpPr>
            <p:spPr>
              <a:xfrm flipH="1">
                <a:off x="6487459" y="5096956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4" name="Google Shape;902;p28">
                <a:extLst>
                  <a:ext uri="{FF2B5EF4-FFF2-40B4-BE49-F238E27FC236}">
                    <a16:creationId xmlns:a16="http://schemas.microsoft.com/office/drawing/2014/main" id="{15657657-332B-8CB3-499F-DFE5D363FF30}"/>
                  </a:ext>
                </a:extLst>
              </p:cNvPr>
              <p:cNvSpPr/>
              <p:nvPr/>
            </p:nvSpPr>
            <p:spPr>
              <a:xfrm flipH="1">
                <a:off x="507351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5" name="Google Shape;903;p28">
                <a:extLst>
                  <a:ext uri="{FF2B5EF4-FFF2-40B4-BE49-F238E27FC236}">
                    <a16:creationId xmlns:a16="http://schemas.microsoft.com/office/drawing/2014/main" id="{792B1E06-CD5D-8CD8-5F9B-AFA8A0677747}"/>
                  </a:ext>
                </a:extLst>
              </p:cNvPr>
              <p:cNvSpPr/>
              <p:nvPr/>
            </p:nvSpPr>
            <p:spPr>
              <a:xfrm flipH="1">
                <a:off x="5780488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6" name="Google Shape;904;p28">
                <a:extLst>
                  <a:ext uri="{FF2B5EF4-FFF2-40B4-BE49-F238E27FC236}">
                    <a16:creationId xmlns:a16="http://schemas.microsoft.com/office/drawing/2014/main" id="{85B8784D-A039-B67F-3304-38126575B8C5}"/>
                  </a:ext>
                </a:extLst>
              </p:cNvPr>
              <p:cNvSpPr/>
              <p:nvPr/>
            </p:nvSpPr>
            <p:spPr>
              <a:xfrm flipH="1">
                <a:off x="6487459" y="5778156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7" name="Google Shape;907;p28">
                <a:extLst>
                  <a:ext uri="{FF2B5EF4-FFF2-40B4-BE49-F238E27FC236}">
                    <a16:creationId xmlns:a16="http://schemas.microsoft.com/office/drawing/2014/main" id="{9643DAA6-45FA-B9ED-6D36-FE2D139697CA}"/>
                  </a:ext>
                </a:extLst>
              </p:cNvPr>
              <p:cNvSpPr/>
              <p:nvPr/>
            </p:nvSpPr>
            <p:spPr>
              <a:xfrm flipH="1">
                <a:off x="507351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8" name="Google Shape;908;p28">
                <a:extLst>
                  <a:ext uri="{FF2B5EF4-FFF2-40B4-BE49-F238E27FC236}">
                    <a16:creationId xmlns:a16="http://schemas.microsoft.com/office/drawing/2014/main" id="{835E2F2F-4D5F-3807-14D0-1E9FED0E64CB}"/>
                  </a:ext>
                </a:extLst>
              </p:cNvPr>
              <p:cNvSpPr/>
              <p:nvPr/>
            </p:nvSpPr>
            <p:spPr>
              <a:xfrm flipH="1">
                <a:off x="5780488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9" name="Google Shape;909;p28">
                <a:extLst>
                  <a:ext uri="{FF2B5EF4-FFF2-40B4-BE49-F238E27FC236}">
                    <a16:creationId xmlns:a16="http://schemas.microsoft.com/office/drawing/2014/main" id="{C8F7334B-C583-655B-8C47-665AA2DF002C}"/>
                  </a:ext>
                </a:extLst>
              </p:cNvPr>
              <p:cNvSpPr/>
              <p:nvPr/>
            </p:nvSpPr>
            <p:spPr>
              <a:xfrm flipH="1">
                <a:off x="6487459" y="6461467"/>
                <a:ext cx="720000" cy="72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9972" tIns="89972" rIns="89972" bIns="89972" anchor="ctr" anchorCtr="0">
                <a:noAutofit/>
              </a:bodyPr>
              <a:lstStyle/>
              <a:p>
                <a:pPr defTabSz="899919">
                  <a:defRPr/>
                </a:pPr>
                <a:endParaRPr sz="1770" kern="0" dirty="0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420" name="直接箭头连接符 419">
              <a:extLst>
                <a:ext uri="{FF2B5EF4-FFF2-40B4-BE49-F238E27FC236}">
                  <a16:creationId xmlns:a16="http://schemas.microsoft.com/office/drawing/2014/main" id="{A784EC6A-2BAC-EA45-C1B0-87AEC6883383}"/>
                </a:ext>
              </a:extLst>
            </p:cNvPr>
            <p:cNvCxnSpPr>
              <a:cxnSpLocks/>
            </p:cNvCxnSpPr>
            <p:nvPr/>
          </p:nvCxnSpPr>
          <p:spPr>
            <a:xfrm>
              <a:off x="21356573" y="2682917"/>
              <a:ext cx="755729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1" name="文本框 420">
              <a:extLst>
                <a:ext uri="{FF2B5EF4-FFF2-40B4-BE49-F238E27FC236}">
                  <a16:creationId xmlns:a16="http://schemas.microsoft.com/office/drawing/2014/main" id="{B309EF9D-A3B2-C679-3FE7-7531D167F90D}"/>
                </a:ext>
              </a:extLst>
            </p:cNvPr>
            <p:cNvSpPr txBox="1"/>
            <p:nvPr/>
          </p:nvSpPr>
          <p:spPr>
            <a:xfrm>
              <a:off x="19325592" y="2365765"/>
              <a:ext cx="3445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*</a:t>
              </a:r>
              <a:endParaRPr lang="zh-CN" altLang="en-US" sz="3200" dirty="0"/>
            </a:p>
          </p:txBody>
        </p:sp>
        <p:sp>
          <p:nvSpPr>
            <p:cNvPr id="422" name="文本框 421">
              <a:extLst>
                <a:ext uri="{FF2B5EF4-FFF2-40B4-BE49-F238E27FC236}">
                  <a16:creationId xmlns:a16="http://schemas.microsoft.com/office/drawing/2014/main" id="{A1521A99-392F-CBBB-6706-C1FC27706BD2}"/>
                </a:ext>
              </a:extLst>
            </p:cNvPr>
            <p:cNvSpPr txBox="1"/>
            <p:nvPr/>
          </p:nvSpPr>
          <p:spPr>
            <a:xfrm>
              <a:off x="17515729" y="1433214"/>
              <a:ext cx="28544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Attention score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3" name="文本框 422">
              <a:extLst>
                <a:ext uri="{FF2B5EF4-FFF2-40B4-BE49-F238E27FC236}">
                  <a16:creationId xmlns:a16="http://schemas.microsoft.com/office/drawing/2014/main" id="{528A8B15-715E-B467-9684-992F7A7BE1AB}"/>
                </a:ext>
              </a:extLst>
            </p:cNvPr>
            <p:cNvSpPr txBox="1"/>
            <p:nvPr/>
          </p:nvSpPr>
          <p:spPr>
            <a:xfrm>
              <a:off x="19641376" y="1437825"/>
              <a:ext cx="23268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Mask matrix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24" name="直接箭头连接符 423">
              <a:extLst>
                <a:ext uri="{FF2B5EF4-FFF2-40B4-BE49-F238E27FC236}">
                  <a16:creationId xmlns:a16="http://schemas.microsoft.com/office/drawing/2014/main" id="{1E94F11A-1939-A913-F3D1-7E0AB5D478F1}"/>
                </a:ext>
              </a:extLst>
            </p:cNvPr>
            <p:cNvCxnSpPr>
              <a:cxnSpLocks/>
            </p:cNvCxnSpPr>
            <p:nvPr/>
          </p:nvCxnSpPr>
          <p:spPr>
            <a:xfrm>
              <a:off x="25336400" y="2324651"/>
              <a:ext cx="72000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BB3C36DC-0CDD-B6CD-9CE0-DB9A696B2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4552" y="1433215"/>
              <a:ext cx="443054" cy="2665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375F47B9-4E0B-39E3-5E48-4E41CB7795EA}"/>
                </a:ext>
              </a:extLst>
            </p:cNvPr>
            <p:cNvCxnSpPr>
              <a:cxnSpLocks/>
            </p:cNvCxnSpPr>
            <p:nvPr/>
          </p:nvCxnSpPr>
          <p:spPr>
            <a:xfrm>
              <a:off x="17214552" y="3258428"/>
              <a:ext cx="443054" cy="1566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7" name="组合 426">
              <a:extLst>
                <a:ext uri="{FF2B5EF4-FFF2-40B4-BE49-F238E27FC236}">
                  <a16:creationId xmlns:a16="http://schemas.microsoft.com/office/drawing/2014/main" id="{4466F364-289D-328B-6415-6507F6927351}"/>
                </a:ext>
              </a:extLst>
            </p:cNvPr>
            <p:cNvGrpSpPr/>
            <p:nvPr/>
          </p:nvGrpSpPr>
          <p:grpSpPr>
            <a:xfrm>
              <a:off x="10414045" y="1332630"/>
              <a:ext cx="360000" cy="2160000"/>
              <a:chOff x="1743737" y="4979181"/>
              <a:chExt cx="360000" cy="21600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75" name="矩形 774">
                <a:extLst>
                  <a:ext uri="{FF2B5EF4-FFF2-40B4-BE49-F238E27FC236}">
                    <a16:creationId xmlns:a16="http://schemas.microsoft.com/office/drawing/2014/main" id="{D7BDFE21-62D4-C487-BFD0-441A222D083D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6" name="矩形 775">
                <a:extLst>
                  <a:ext uri="{FF2B5EF4-FFF2-40B4-BE49-F238E27FC236}">
                    <a16:creationId xmlns:a16="http://schemas.microsoft.com/office/drawing/2014/main" id="{63695D1A-7FC4-E889-2C4A-1267A7E704BE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7" name="矩形 776">
                <a:extLst>
                  <a:ext uri="{FF2B5EF4-FFF2-40B4-BE49-F238E27FC236}">
                    <a16:creationId xmlns:a16="http://schemas.microsoft.com/office/drawing/2014/main" id="{80A963B1-5B9D-2CD2-E3E2-3AE7B1D291C6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8" name="矩形 777">
                <a:extLst>
                  <a:ext uri="{FF2B5EF4-FFF2-40B4-BE49-F238E27FC236}">
                    <a16:creationId xmlns:a16="http://schemas.microsoft.com/office/drawing/2014/main" id="{8F8352CA-B5BE-FCCF-28A9-B7F1A2AAF008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9" name="矩形 778">
                <a:extLst>
                  <a:ext uri="{FF2B5EF4-FFF2-40B4-BE49-F238E27FC236}">
                    <a16:creationId xmlns:a16="http://schemas.microsoft.com/office/drawing/2014/main" id="{964B7E8C-3F2B-CD73-FCF8-4C8E08B363A7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0" name="矩形 779">
                <a:extLst>
                  <a:ext uri="{FF2B5EF4-FFF2-40B4-BE49-F238E27FC236}">
                    <a16:creationId xmlns:a16="http://schemas.microsoft.com/office/drawing/2014/main" id="{51CDFB51-E366-886F-02C3-C9BC6F98A2B1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8" name="组合 427">
              <a:extLst>
                <a:ext uri="{FF2B5EF4-FFF2-40B4-BE49-F238E27FC236}">
                  <a16:creationId xmlns:a16="http://schemas.microsoft.com/office/drawing/2014/main" id="{5A8A99FB-457E-641F-49BF-747EC23B395E}"/>
                </a:ext>
              </a:extLst>
            </p:cNvPr>
            <p:cNvGrpSpPr/>
            <p:nvPr/>
          </p:nvGrpSpPr>
          <p:grpSpPr>
            <a:xfrm>
              <a:off x="9658808" y="1309343"/>
              <a:ext cx="360000" cy="2160000"/>
              <a:chOff x="1743737" y="4979181"/>
              <a:chExt cx="360000" cy="216000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717" name="矩形 716">
                <a:extLst>
                  <a:ext uri="{FF2B5EF4-FFF2-40B4-BE49-F238E27FC236}">
                    <a16:creationId xmlns:a16="http://schemas.microsoft.com/office/drawing/2014/main" id="{8E42E7D0-B6F9-1DBA-4A68-47CD93656A81}"/>
                  </a:ext>
                </a:extLst>
              </p:cNvPr>
              <p:cNvSpPr/>
              <p:nvPr/>
            </p:nvSpPr>
            <p:spPr>
              <a:xfrm>
                <a:off x="1743737" y="497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1" name="矩形 720">
                <a:extLst>
                  <a:ext uri="{FF2B5EF4-FFF2-40B4-BE49-F238E27FC236}">
                    <a16:creationId xmlns:a16="http://schemas.microsoft.com/office/drawing/2014/main" id="{DE2AB465-F34B-C569-389D-499BFC8A223C}"/>
                  </a:ext>
                </a:extLst>
              </p:cNvPr>
              <p:cNvSpPr/>
              <p:nvPr/>
            </p:nvSpPr>
            <p:spPr>
              <a:xfrm>
                <a:off x="1743737" y="5339181"/>
                <a:ext cx="360000" cy="360000"/>
              </a:xfrm>
              <a:prstGeom prst="rect">
                <a:avLst/>
              </a:prstGeom>
              <a:solidFill>
                <a:srgbClr val="7DDF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2" name="矩形 721">
                <a:extLst>
                  <a:ext uri="{FF2B5EF4-FFF2-40B4-BE49-F238E27FC236}">
                    <a16:creationId xmlns:a16="http://schemas.microsoft.com/office/drawing/2014/main" id="{BA41DA44-45A0-9973-D08C-46FB7E027633}"/>
                  </a:ext>
                </a:extLst>
              </p:cNvPr>
              <p:cNvSpPr/>
              <p:nvPr/>
            </p:nvSpPr>
            <p:spPr>
              <a:xfrm>
                <a:off x="1743737" y="569918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1" name="矩形 770">
                <a:extLst>
                  <a:ext uri="{FF2B5EF4-FFF2-40B4-BE49-F238E27FC236}">
                    <a16:creationId xmlns:a16="http://schemas.microsoft.com/office/drawing/2014/main" id="{C392DAB7-30CD-A0D6-5447-2E2A67CD23AE}"/>
                  </a:ext>
                </a:extLst>
              </p:cNvPr>
              <p:cNvSpPr/>
              <p:nvPr/>
            </p:nvSpPr>
            <p:spPr>
              <a:xfrm>
                <a:off x="1743737" y="6059181"/>
                <a:ext cx="360000" cy="36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2" name="矩形 771">
                <a:extLst>
                  <a:ext uri="{FF2B5EF4-FFF2-40B4-BE49-F238E27FC236}">
                    <a16:creationId xmlns:a16="http://schemas.microsoft.com/office/drawing/2014/main" id="{C336CADB-A30A-4F8A-A44C-B056B6669E78}"/>
                  </a:ext>
                </a:extLst>
              </p:cNvPr>
              <p:cNvSpPr/>
              <p:nvPr/>
            </p:nvSpPr>
            <p:spPr>
              <a:xfrm>
                <a:off x="1743737" y="6419181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4" name="矩形 773">
                <a:extLst>
                  <a:ext uri="{FF2B5EF4-FFF2-40B4-BE49-F238E27FC236}">
                    <a16:creationId xmlns:a16="http://schemas.microsoft.com/office/drawing/2014/main" id="{60596504-A70A-9A0C-F3DE-E4383F235ABC}"/>
                  </a:ext>
                </a:extLst>
              </p:cNvPr>
              <p:cNvSpPr/>
              <p:nvPr/>
            </p:nvSpPr>
            <p:spPr>
              <a:xfrm>
                <a:off x="1743737" y="6779181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29" name="直接连接符 428">
              <a:extLst>
                <a:ext uri="{FF2B5EF4-FFF2-40B4-BE49-F238E27FC236}">
                  <a16:creationId xmlns:a16="http://schemas.microsoft.com/office/drawing/2014/main" id="{0E449E7D-55A7-E002-88C1-3C869F3BF747}"/>
                </a:ext>
              </a:extLst>
            </p:cNvPr>
            <p:cNvCxnSpPr>
              <a:cxnSpLocks/>
            </p:cNvCxnSpPr>
            <p:nvPr/>
          </p:nvCxnSpPr>
          <p:spPr>
            <a:xfrm>
              <a:off x="9305185" y="2765620"/>
              <a:ext cx="1673525" cy="0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ACD65EF5-A280-C41E-9A80-C9E308561FAE}"/>
                </a:ext>
              </a:extLst>
            </p:cNvPr>
            <p:cNvCxnSpPr>
              <a:cxnSpLocks/>
            </p:cNvCxnSpPr>
            <p:nvPr/>
          </p:nvCxnSpPr>
          <p:spPr>
            <a:xfrm>
              <a:off x="9288837" y="2033391"/>
              <a:ext cx="1673526" cy="0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1" name="文本框 430">
                  <a:extLst>
                    <a:ext uri="{FF2B5EF4-FFF2-40B4-BE49-F238E27FC236}">
                      <a16:creationId xmlns:a16="http://schemas.microsoft.com/office/drawing/2014/main" id="{8C1DC21C-ACF0-CD7A-09B5-48ADA2D351BC}"/>
                    </a:ext>
                  </a:extLst>
                </p:cNvPr>
                <p:cNvSpPr txBox="1"/>
                <p:nvPr/>
              </p:nvSpPr>
              <p:spPr>
                <a:xfrm>
                  <a:off x="9632399" y="3514882"/>
                  <a:ext cx="509542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431" name="文本框 430">
                  <a:extLst>
                    <a:ext uri="{FF2B5EF4-FFF2-40B4-BE49-F238E27FC236}">
                      <a16:creationId xmlns:a16="http://schemas.microsoft.com/office/drawing/2014/main" id="{8C1DC21C-ACF0-CD7A-09B5-48ADA2D35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2399" y="3514882"/>
                  <a:ext cx="509542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39C27F8D-20A5-2641-3D5F-A9A799CC484D}"/>
                    </a:ext>
                  </a:extLst>
                </p:cNvPr>
                <p:cNvSpPr txBox="1"/>
                <p:nvPr/>
              </p:nvSpPr>
              <p:spPr>
                <a:xfrm>
                  <a:off x="10437825" y="3514882"/>
                  <a:ext cx="414857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3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432" name="文本框 431">
                  <a:extLst>
                    <a:ext uri="{FF2B5EF4-FFF2-40B4-BE49-F238E27FC236}">
                      <a16:creationId xmlns:a16="http://schemas.microsoft.com/office/drawing/2014/main" id="{39C27F8D-20A5-2641-3D5F-A9A799CC4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7825" y="3514882"/>
                  <a:ext cx="414857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4" name="直接箭头连接符 453">
              <a:extLst>
                <a:ext uri="{FF2B5EF4-FFF2-40B4-BE49-F238E27FC236}">
                  <a16:creationId xmlns:a16="http://schemas.microsoft.com/office/drawing/2014/main" id="{CA13F9F1-9878-BB6A-135C-137FFDE6E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09989" y="2304342"/>
              <a:ext cx="62380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3" name="矩形: 圆角 572">
              <a:extLst>
                <a:ext uri="{FF2B5EF4-FFF2-40B4-BE49-F238E27FC236}">
                  <a16:creationId xmlns:a16="http://schemas.microsoft.com/office/drawing/2014/main" id="{2D770228-2A4A-3A61-A53D-7E436AF5ADC2}"/>
                </a:ext>
              </a:extLst>
            </p:cNvPr>
            <p:cNvSpPr/>
            <p:nvPr/>
          </p:nvSpPr>
          <p:spPr>
            <a:xfrm rot="5400000">
              <a:off x="23785922" y="2019580"/>
              <a:ext cx="2414588" cy="61016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 &amp; Norm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4" name="矩形: 圆角 683">
              <a:extLst>
                <a:ext uri="{FF2B5EF4-FFF2-40B4-BE49-F238E27FC236}">
                  <a16:creationId xmlns:a16="http://schemas.microsoft.com/office/drawing/2014/main" id="{E5A63FD1-1567-3656-FDCB-6AA6D9A32E2C}"/>
                </a:ext>
              </a:extLst>
            </p:cNvPr>
            <p:cNvSpPr/>
            <p:nvPr/>
          </p:nvSpPr>
          <p:spPr>
            <a:xfrm rot="5400000">
              <a:off x="25176698" y="2066000"/>
              <a:ext cx="2414588" cy="61016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13" name="直接箭头连接符 1112">
              <a:extLst>
                <a:ext uri="{FF2B5EF4-FFF2-40B4-BE49-F238E27FC236}">
                  <a16:creationId xmlns:a16="http://schemas.microsoft.com/office/drawing/2014/main" id="{19B26825-1570-7ED2-CA03-ACE27A69A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10677" y="6084650"/>
              <a:ext cx="998386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9" name="矩形: 圆角 1118">
              <a:extLst>
                <a:ext uri="{FF2B5EF4-FFF2-40B4-BE49-F238E27FC236}">
                  <a16:creationId xmlns:a16="http://schemas.microsoft.com/office/drawing/2014/main" id="{2410AAA5-A7E6-B076-0EBD-34D7DF15F76B}"/>
                </a:ext>
              </a:extLst>
            </p:cNvPr>
            <p:cNvSpPr/>
            <p:nvPr/>
          </p:nvSpPr>
          <p:spPr>
            <a:xfrm rot="5400000">
              <a:off x="26465011" y="2053302"/>
              <a:ext cx="2414588" cy="61016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</a:t>
              </a:r>
              <a:endPara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5" name="直接箭头连接符 1124">
              <a:extLst>
                <a:ext uri="{FF2B5EF4-FFF2-40B4-BE49-F238E27FC236}">
                  <a16:creationId xmlns:a16="http://schemas.microsoft.com/office/drawing/2014/main" id="{2B7BDD0E-B548-85C4-C815-D9D57AEF2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7178" y="2333450"/>
              <a:ext cx="647999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5C67F1E-77BE-D9EE-3D98-D79D03598C34}"/>
                </a:ext>
              </a:extLst>
            </p:cNvPr>
            <p:cNvGrpSpPr/>
            <p:nvPr/>
          </p:nvGrpSpPr>
          <p:grpSpPr>
            <a:xfrm>
              <a:off x="7747258" y="9100709"/>
              <a:ext cx="3453775" cy="584775"/>
              <a:chOff x="7709699" y="12030655"/>
              <a:chExt cx="3453776" cy="584777"/>
            </a:xfrm>
          </p:grpSpPr>
          <p:sp>
            <p:nvSpPr>
              <p:cNvPr id="1140" name="矩形 1139">
                <a:extLst>
                  <a:ext uri="{FF2B5EF4-FFF2-40B4-BE49-F238E27FC236}">
                    <a16:creationId xmlns:a16="http://schemas.microsoft.com/office/drawing/2014/main" id="{7D7E7A08-2505-8BB9-090F-2982BB513EFA}"/>
                  </a:ext>
                </a:extLst>
              </p:cNvPr>
              <p:cNvSpPr/>
              <p:nvPr/>
            </p:nvSpPr>
            <p:spPr>
              <a:xfrm>
                <a:off x="7709699" y="12175894"/>
                <a:ext cx="324000" cy="32400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9192715E-C7A6-3B0E-A6D6-5AE19E920270}"/>
                  </a:ext>
                </a:extLst>
              </p:cNvPr>
              <p:cNvSpPr txBox="1"/>
              <p:nvPr/>
            </p:nvSpPr>
            <p:spPr>
              <a:xfrm>
                <a:off x="8151065" y="12030655"/>
                <a:ext cx="3012410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LLM: True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69FCBB7-FD6F-2B85-E338-D476D4862444}"/>
                </a:ext>
              </a:extLst>
            </p:cNvPr>
            <p:cNvGrpSpPr/>
            <p:nvPr/>
          </p:nvGrpSpPr>
          <p:grpSpPr>
            <a:xfrm>
              <a:off x="7747251" y="9668136"/>
              <a:ext cx="3578780" cy="584775"/>
              <a:chOff x="7709699" y="12767544"/>
              <a:chExt cx="3578779" cy="584777"/>
            </a:xfrm>
          </p:grpSpPr>
          <p:sp>
            <p:nvSpPr>
              <p:cNvPr id="1141" name="矩形 1140">
                <a:extLst>
                  <a:ext uri="{FF2B5EF4-FFF2-40B4-BE49-F238E27FC236}">
                    <a16:creationId xmlns:a16="http://schemas.microsoft.com/office/drawing/2014/main" id="{4307BC37-D304-4966-B4B5-8CE33359F17C}"/>
                  </a:ext>
                </a:extLst>
              </p:cNvPr>
              <p:cNvSpPr/>
              <p:nvPr/>
            </p:nvSpPr>
            <p:spPr>
              <a:xfrm>
                <a:off x="7709699" y="12881666"/>
                <a:ext cx="324000" cy="324000"/>
              </a:xfrm>
              <a:prstGeom prst="rect">
                <a:avLst/>
              </a:prstGeom>
              <a:solidFill>
                <a:srgbClr val="F5B7BF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5" name="文本框 1144">
                <a:extLst>
                  <a:ext uri="{FF2B5EF4-FFF2-40B4-BE49-F238E27FC236}">
                    <a16:creationId xmlns:a16="http://schemas.microsoft.com/office/drawing/2014/main" id="{46C27C3E-54F4-0D83-8644-46428765292B}"/>
                  </a:ext>
                </a:extLst>
              </p:cNvPr>
              <p:cNvSpPr txBox="1"/>
              <p:nvPr/>
            </p:nvSpPr>
            <p:spPr>
              <a:xfrm>
                <a:off x="8124023" y="12767544"/>
                <a:ext cx="3164455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LLM: Fake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606A368-5B09-6026-D7E4-1E4A022E6129}"/>
                </a:ext>
              </a:extLst>
            </p:cNvPr>
            <p:cNvGrpSpPr/>
            <p:nvPr/>
          </p:nvGrpSpPr>
          <p:grpSpPr>
            <a:xfrm>
              <a:off x="7747251" y="10235549"/>
              <a:ext cx="3609290" cy="584775"/>
              <a:chOff x="12681758" y="12087360"/>
              <a:chExt cx="3609290" cy="584777"/>
            </a:xfrm>
          </p:grpSpPr>
          <p:sp>
            <p:nvSpPr>
              <p:cNvPr id="1142" name="流程图: 接点 1141">
                <a:extLst>
                  <a:ext uri="{FF2B5EF4-FFF2-40B4-BE49-F238E27FC236}">
                    <a16:creationId xmlns:a16="http://schemas.microsoft.com/office/drawing/2014/main" id="{482B0E1B-AD09-1412-C212-337B75D7A15D}"/>
                  </a:ext>
                </a:extLst>
              </p:cNvPr>
              <p:cNvSpPr/>
              <p:nvPr/>
            </p:nvSpPr>
            <p:spPr>
              <a:xfrm>
                <a:off x="12681758" y="12230514"/>
                <a:ext cx="324000" cy="324000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6" name="文本框 1145">
                <a:extLst>
                  <a:ext uri="{FF2B5EF4-FFF2-40B4-BE49-F238E27FC236}">
                    <a16:creationId xmlns:a16="http://schemas.microsoft.com/office/drawing/2014/main" id="{117A5F5F-B0EF-6E25-4ED5-CE3D57FDA684}"/>
                  </a:ext>
                </a:extLst>
              </p:cNvPr>
              <p:cNvSpPr txBox="1"/>
              <p:nvPr/>
            </p:nvSpPr>
            <p:spPr>
              <a:xfrm>
                <a:off x="13096083" y="12087360"/>
                <a:ext cx="3194965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GNN: True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F785C54-22D6-4117-515C-BBC8DBA0616B}"/>
                </a:ext>
              </a:extLst>
            </p:cNvPr>
            <p:cNvGrpSpPr/>
            <p:nvPr/>
          </p:nvGrpSpPr>
          <p:grpSpPr>
            <a:xfrm>
              <a:off x="7747251" y="10802994"/>
              <a:ext cx="3708740" cy="584775"/>
              <a:chOff x="12686064" y="12767544"/>
              <a:chExt cx="3708740" cy="584777"/>
            </a:xfrm>
          </p:grpSpPr>
          <p:sp>
            <p:nvSpPr>
              <p:cNvPr id="1143" name="流程图: 接点 1142">
                <a:extLst>
                  <a:ext uri="{FF2B5EF4-FFF2-40B4-BE49-F238E27FC236}">
                    <a16:creationId xmlns:a16="http://schemas.microsoft.com/office/drawing/2014/main" id="{35943C07-B63D-1274-AE3D-9CE77EF451AD}"/>
                  </a:ext>
                </a:extLst>
              </p:cNvPr>
              <p:cNvSpPr/>
              <p:nvPr/>
            </p:nvSpPr>
            <p:spPr>
              <a:xfrm>
                <a:off x="12686064" y="12878819"/>
                <a:ext cx="324000" cy="324000"/>
              </a:xfrm>
              <a:prstGeom prst="flowChartConnector">
                <a:avLst/>
              </a:prstGeom>
              <a:solidFill>
                <a:srgbClr val="F5B7BF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9" name="文本框 1148">
                <a:extLst>
                  <a:ext uri="{FF2B5EF4-FFF2-40B4-BE49-F238E27FC236}">
                    <a16:creationId xmlns:a16="http://schemas.microsoft.com/office/drawing/2014/main" id="{B2D43B96-AA19-12D8-42E4-1409DD3A13E5}"/>
                  </a:ext>
                </a:extLst>
              </p:cNvPr>
              <p:cNvSpPr txBox="1"/>
              <p:nvPr/>
            </p:nvSpPr>
            <p:spPr>
              <a:xfrm>
                <a:off x="13100389" y="12767544"/>
                <a:ext cx="3294415" cy="584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GNN: Fake 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34992B30-E6E7-EA26-7F75-BFE41C8904A8}"/>
                </a:ext>
              </a:extLst>
            </p:cNvPr>
            <p:cNvGrpSpPr/>
            <p:nvPr/>
          </p:nvGrpSpPr>
          <p:grpSpPr>
            <a:xfrm>
              <a:off x="4433651" y="11370461"/>
              <a:ext cx="4181981" cy="643656"/>
              <a:chOff x="18140545" y="12097685"/>
              <a:chExt cx="4181980" cy="425416"/>
            </a:xfrm>
          </p:grpSpPr>
          <p:sp>
            <p:nvSpPr>
              <p:cNvPr id="1150" name="矩形 1149">
                <a:extLst>
                  <a:ext uri="{FF2B5EF4-FFF2-40B4-BE49-F238E27FC236}">
                    <a16:creationId xmlns:a16="http://schemas.microsoft.com/office/drawing/2014/main" id="{EC52D89C-D541-B50F-F0CE-35F74AED1917}"/>
                  </a:ext>
                </a:extLst>
              </p:cNvPr>
              <p:cNvSpPr/>
              <p:nvPr/>
            </p:nvSpPr>
            <p:spPr>
              <a:xfrm>
                <a:off x="18140545" y="12199101"/>
                <a:ext cx="324000" cy="324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E55086C3-2621-7436-40CA-3380D2CC7DF8}"/>
                  </a:ext>
                </a:extLst>
              </p:cNvPr>
              <p:cNvSpPr txBox="1"/>
              <p:nvPr/>
            </p:nvSpPr>
            <p:spPr>
              <a:xfrm>
                <a:off x="18576369" y="12097685"/>
                <a:ext cx="3746156" cy="386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LLM: Unlabeled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DB35A5-6EB1-7144-9340-2B6B6391487A}"/>
                </a:ext>
              </a:extLst>
            </p:cNvPr>
            <p:cNvGrpSpPr/>
            <p:nvPr/>
          </p:nvGrpSpPr>
          <p:grpSpPr>
            <a:xfrm>
              <a:off x="7747255" y="11370437"/>
              <a:ext cx="4201503" cy="707886"/>
              <a:chOff x="18151912" y="12717274"/>
              <a:chExt cx="4201503" cy="471882"/>
            </a:xfrm>
          </p:grpSpPr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61993153-DE8C-BF4E-1747-01603CD37074}"/>
                  </a:ext>
                </a:extLst>
              </p:cNvPr>
              <p:cNvSpPr txBox="1"/>
              <p:nvPr/>
            </p:nvSpPr>
            <p:spPr>
              <a:xfrm>
                <a:off x="18607258" y="12717274"/>
                <a:ext cx="3746157" cy="389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GNN: Unlabeled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3" name="流程图: 接点 1152">
                <a:extLst>
                  <a:ext uri="{FF2B5EF4-FFF2-40B4-BE49-F238E27FC236}">
                    <a16:creationId xmlns:a16="http://schemas.microsoft.com/office/drawing/2014/main" id="{DE179E74-E101-FB9A-5C9B-BC898DA32B6F}"/>
                  </a:ext>
                </a:extLst>
              </p:cNvPr>
              <p:cNvSpPr/>
              <p:nvPr/>
            </p:nvSpPr>
            <p:spPr>
              <a:xfrm>
                <a:off x="18151912" y="12865156"/>
                <a:ext cx="324000" cy="324000"/>
              </a:xfrm>
              <a:prstGeom prst="flowChartConnector">
                <a:avLst/>
              </a:prstGeom>
              <a:solidFill>
                <a:schemeClr val="bg1">
                  <a:lumMod val="65000"/>
                </a:scheme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2214" kern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7E4CF25-F249-209D-D1D2-66C117C7A466}"/>
                </a:ext>
              </a:extLst>
            </p:cNvPr>
            <p:cNvGrpSpPr/>
            <p:nvPr/>
          </p:nvGrpSpPr>
          <p:grpSpPr>
            <a:xfrm>
              <a:off x="4367353" y="9100714"/>
              <a:ext cx="2411342" cy="610588"/>
              <a:chOff x="823368" y="12098074"/>
              <a:chExt cx="2411341" cy="610588"/>
            </a:xfrm>
          </p:grpSpPr>
          <p:pic>
            <p:nvPicPr>
              <p:cNvPr id="1155" name="图形 1154" descr="报纸 纯色填充">
                <a:extLst>
                  <a:ext uri="{FF2B5EF4-FFF2-40B4-BE49-F238E27FC236}">
                    <a16:creationId xmlns:a16="http://schemas.microsoft.com/office/drawing/2014/main" id="{5DAECCDC-7963-BF63-520B-9F3A09CE0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3368" y="12098074"/>
                <a:ext cx="521995" cy="610588"/>
              </a:xfrm>
              <a:prstGeom prst="rect">
                <a:avLst/>
              </a:prstGeom>
            </p:spPr>
          </p:pic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6F1694-66B1-5651-9E52-9DC60F015129}"/>
                  </a:ext>
                </a:extLst>
              </p:cNvPr>
              <p:cNvSpPr txBox="1"/>
              <p:nvPr/>
            </p:nvSpPr>
            <p:spPr>
              <a:xfrm>
                <a:off x="1325489" y="12122209"/>
                <a:ext cx="19092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News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F37F971-5419-34E9-6FFD-EED646083A09}"/>
                </a:ext>
              </a:extLst>
            </p:cNvPr>
            <p:cNvGrpSpPr/>
            <p:nvPr/>
          </p:nvGrpSpPr>
          <p:grpSpPr>
            <a:xfrm>
              <a:off x="4367356" y="9668782"/>
              <a:ext cx="2646928" cy="606148"/>
              <a:chOff x="902438" y="12798549"/>
              <a:chExt cx="2646929" cy="606147"/>
            </a:xfrm>
          </p:grpSpPr>
          <p:pic>
            <p:nvPicPr>
              <p:cNvPr id="1154" name="图形 1153" descr="用户 纯色填充">
                <a:extLst>
                  <a:ext uri="{FF2B5EF4-FFF2-40B4-BE49-F238E27FC236}">
                    <a16:creationId xmlns:a16="http://schemas.microsoft.com/office/drawing/2014/main" id="{F2DA1F2D-6283-D1D1-4A92-6F2662388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02438" y="12835760"/>
                <a:ext cx="517212" cy="568936"/>
              </a:xfrm>
              <a:prstGeom prst="rect">
                <a:avLst/>
              </a:prstGeom>
            </p:spPr>
          </p:pic>
          <p:sp>
            <p:nvSpPr>
              <p:cNvPr id="1157" name="文本框 1156">
                <a:extLst>
                  <a:ext uri="{FF2B5EF4-FFF2-40B4-BE49-F238E27FC236}">
                    <a16:creationId xmlns:a16="http://schemas.microsoft.com/office/drawing/2014/main" id="{ED4CB4A8-8F17-CEF2-52EB-4ECB729F4ECA}"/>
                  </a:ext>
                </a:extLst>
              </p:cNvPr>
              <p:cNvSpPr txBox="1"/>
              <p:nvPr/>
            </p:nvSpPr>
            <p:spPr>
              <a:xfrm>
                <a:off x="1377429" y="12798549"/>
                <a:ext cx="2171938" cy="584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65A107B-E050-04B4-B16E-B775A5C4A9F6}"/>
                </a:ext>
              </a:extLst>
            </p:cNvPr>
            <p:cNvGrpSpPr/>
            <p:nvPr/>
          </p:nvGrpSpPr>
          <p:grpSpPr>
            <a:xfrm>
              <a:off x="4416701" y="10232440"/>
              <a:ext cx="2624715" cy="584775"/>
              <a:chOff x="4004499" y="12056058"/>
              <a:chExt cx="2624715" cy="584774"/>
            </a:xfrm>
          </p:grpSpPr>
          <p:cxnSp>
            <p:nvCxnSpPr>
              <p:cNvPr id="1158" name="直接连接符 1157">
                <a:extLst>
                  <a:ext uri="{FF2B5EF4-FFF2-40B4-BE49-F238E27FC236}">
                    <a16:creationId xmlns:a16="http://schemas.microsoft.com/office/drawing/2014/main" id="{3E71998D-D546-0F08-76FE-B75774072D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4499" y="12399678"/>
                <a:ext cx="380964" cy="0"/>
              </a:xfrm>
              <a:prstGeom prst="line">
                <a:avLst/>
              </a:prstGeom>
              <a:ln w="412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7A3912BE-3867-BF4A-46DF-486D4F6C3DDF}"/>
                  </a:ext>
                </a:extLst>
              </p:cNvPr>
              <p:cNvSpPr txBox="1"/>
              <p:nvPr/>
            </p:nvSpPr>
            <p:spPr>
              <a:xfrm>
                <a:off x="4457277" y="12056058"/>
                <a:ext cx="2171937" cy="584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Retweet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" name="图形 2" descr="雪花 纯色填充">
              <a:extLst>
                <a:ext uri="{FF2B5EF4-FFF2-40B4-BE49-F238E27FC236}">
                  <a16:creationId xmlns:a16="http://schemas.microsoft.com/office/drawing/2014/main" id="{6180346D-2DCD-7542-6445-A4BC654A7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884332" y="3237610"/>
              <a:ext cx="470266" cy="470266"/>
            </a:xfrm>
            <a:prstGeom prst="rect">
              <a:avLst/>
            </a:prstGeom>
          </p:spPr>
        </p:pic>
        <p:sp>
          <p:nvSpPr>
            <p:cNvPr id="1168" name="文本框 1167">
              <a:extLst>
                <a:ext uri="{FF2B5EF4-FFF2-40B4-BE49-F238E27FC236}">
                  <a16:creationId xmlns:a16="http://schemas.microsoft.com/office/drawing/2014/main" id="{D1807335-4E06-5DA2-7B00-6EF2686A06A4}"/>
                </a:ext>
              </a:extLst>
            </p:cNvPr>
            <p:cNvSpPr txBox="1"/>
            <p:nvPr/>
          </p:nvSpPr>
          <p:spPr>
            <a:xfrm>
              <a:off x="9832283" y="634462"/>
              <a:ext cx="145309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Split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C4A9D917-1154-3423-3E58-848E79F90259}"/>
                </a:ext>
              </a:extLst>
            </p:cNvPr>
            <p:cNvGrpSpPr/>
            <p:nvPr/>
          </p:nvGrpSpPr>
          <p:grpSpPr>
            <a:xfrm>
              <a:off x="4273828" y="10774663"/>
              <a:ext cx="3165023" cy="638289"/>
              <a:chOff x="4033037" y="12787921"/>
              <a:chExt cx="3165023" cy="638289"/>
            </a:xfrm>
          </p:grpSpPr>
          <p:pic>
            <p:nvPicPr>
              <p:cNvPr id="32" name="图形 31" descr="雪花 纯色填充">
                <a:extLst>
                  <a:ext uri="{FF2B5EF4-FFF2-40B4-BE49-F238E27FC236}">
                    <a16:creationId xmlns:a16="http://schemas.microsoft.com/office/drawing/2014/main" id="{2CCCAB1B-DB8E-6D9F-BCC9-AAD2EBDEA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033037" y="12799746"/>
                <a:ext cx="626464" cy="626464"/>
              </a:xfrm>
              <a:prstGeom prst="rect">
                <a:avLst/>
              </a:prstGeom>
            </p:spPr>
          </p:pic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2EA6306-554B-9390-0DCD-50BFBDEA4632}"/>
                  </a:ext>
                </a:extLst>
              </p:cNvPr>
              <p:cNvSpPr txBox="1"/>
              <p:nvPr/>
            </p:nvSpPr>
            <p:spPr>
              <a:xfrm>
                <a:off x="4628689" y="12787921"/>
                <a:ext cx="256937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Frozen LLM</a:t>
                </a:r>
                <a:endParaRPr lang="zh-C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0F410430-D944-49AF-4098-D7D19C95C6EE}"/>
                </a:ext>
              </a:extLst>
            </p:cNvPr>
            <p:cNvGrpSpPr/>
            <p:nvPr/>
          </p:nvGrpSpPr>
          <p:grpSpPr>
            <a:xfrm>
              <a:off x="21742607" y="7585614"/>
              <a:ext cx="6497291" cy="4197336"/>
              <a:chOff x="15738263" y="7117750"/>
              <a:chExt cx="6497291" cy="4197335"/>
            </a:xfrm>
          </p:grpSpPr>
          <p:sp>
            <p:nvSpPr>
              <p:cNvPr id="214" name="椭圆 213">
                <a:extLst>
                  <a:ext uri="{FF2B5EF4-FFF2-40B4-BE49-F238E27FC236}">
                    <a16:creationId xmlns:a16="http://schemas.microsoft.com/office/drawing/2014/main" id="{A2CFB664-22BD-B566-F022-5C767C2D9835}"/>
                  </a:ext>
                </a:extLst>
              </p:cNvPr>
              <p:cNvSpPr/>
              <p:nvPr/>
            </p:nvSpPr>
            <p:spPr>
              <a:xfrm>
                <a:off x="21442703" y="9781843"/>
                <a:ext cx="612000" cy="612000"/>
              </a:xfrm>
              <a:prstGeom prst="ellipse">
                <a:avLst/>
              </a:prstGeom>
              <a:solidFill>
                <a:srgbClr val="E54C5E">
                  <a:lumMod val="75000"/>
                </a:srgb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r>
                  <a:rPr lang="en-US" altLang="zh-CN" sz="32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endParaRPr lang="zh-CN" altLang="en-US" sz="3200" kern="0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" name="椭圆 214">
                <a:extLst>
                  <a:ext uri="{FF2B5EF4-FFF2-40B4-BE49-F238E27FC236}">
                    <a16:creationId xmlns:a16="http://schemas.microsoft.com/office/drawing/2014/main" id="{9B3FF9B7-A6D8-82BC-0A89-6C900B2D3EAA}"/>
                  </a:ext>
                </a:extLst>
              </p:cNvPr>
              <p:cNvSpPr/>
              <p:nvPr/>
            </p:nvSpPr>
            <p:spPr>
              <a:xfrm>
                <a:off x="21442703" y="7934859"/>
                <a:ext cx="612000" cy="612000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3200" dirty="0"/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E167E3EB-28D5-F979-461B-5D520855A9B4}"/>
                  </a:ext>
                </a:extLst>
              </p:cNvPr>
              <p:cNvSpPr/>
              <p:nvPr/>
            </p:nvSpPr>
            <p:spPr>
              <a:xfrm>
                <a:off x="21442703" y="8869099"/>
                <a:ext cx="612000" cy="612000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124889"/>
                <a:endParaRPr lang="zh-CN" altLang="en-US" sz="3200" kern="0" baseline="-25000" dirty="0">
                  <a:solidFill>
                    <a:prstClr val="white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11F2F693-929A-7F46-FDE7-50A2DCB0D98C}"/>
                  </a:ext>
                </a:extLst>
              </p:cNvPr>
              <p:cNvCxnSpPr>
                <a:cxnSpLocks/>
                <a:stCxn id="215" idx="2"/>
                <a:endCxn id="222" idx="3"/>
              </p:cNvCxnSpPr>
              <p:nvPr/>
            </p:nvCxnSpPr>
            <p:spPr>
              <a:xfrm flipH="1" flipV="1">
                <a:off x="20918153" y="8211575"/>
                <a:ext cx="524550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4F6DC634-1416-DBF3-DC25-BE30691B1611}"/>
                  </a:ext>
                </a:extLst>
              </p:cNvPr>
              <p:cNvCxnSpPr>
                <a:cxnSpLocks/>
                <a:stCxn id="222" idx="1"/>
              </p:cNvCxnSpPr>
              <p:nvPr/>
            </p:nvCxnSpPr>
            <p:spPr>
              <a:xfrm flipH="1">
                <a:off x="15738263" y="8211575"/>
                <a:ext cx="4827615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CAE40279-604F-AFEC-5516-E570C5FEBCB0}"/>
                  </a:ext>
                </a:extLst>
              </p:cNvPr>
              <p:cNvCxnSpPr>
                <a:cxnSpLocks/>
                <a:stCxn id="223" idx="1"/>
              </p:cNvCxnSpPr>
              <p:nvPr/>
            </p:nvCxnSpPr>
            <p:spPr>
              <a:xfrm flipH="1">
                <a:off x="15738263" y="9207170"/>
                <a:ext cx="4344412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2" name="矩形 221">
                    <a:extLst>
                      <a:ext uri="{FF2B5EF4-FFF2-40B4-BE49-F238E27FC236}">
                        <a16:creationId xmlns:a16="http://schemas.microsoft.com/office/drawing/2014/main" id="{466AF7B1-B196-6CC2-B714-27F39367866C}"/>
                      </a:ext>
                    </a:extLst>
                  </p:cNvPr>
                  <p:cNvSpPr/>
                  <p:nvPr/>
                </p:nvSpPr>
                <p:spPr>
                  <a:xfrm>
                    <a:off x="20565878" y="8038127"/>
                    <a:ext cx="352275" cy="346895"/>
                  </a:xfrm>
                  <a:prstGeom prst="rect">
                    <a:avLst/>
                  </a:prstGeom>
                  <a:solidFill>
                    <a:sysClr val="window" lastClr="FFFFFF">
                      <a:lumMod val="75000"/>
                    </a:sysClr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 sz="3200" kern="0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2" name="矩形 221">
                    <a:extLst>
                      <a:ext uri="{FF2B5EF4-FFF2-40B4-BE49-F238E27FC236}">
                        <a16:creationId xmlns:a16="http://schemas.microsoft.com/office/drawing/2014/main" id="{BC84EA0A-E151-9688-7B9F-8947B8477E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65878" y="8038127"/>
                    <a:ext cx="352275" cy="34689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矩形 222">
                    <a:extLst>
                      <a:ext uri="{FF2B5EF4-FFF2-40B4-BE49-F238E27FC236}">
                        <a16:creationId xmlns:a16="http://schemas.microsoft.com/office/drawing/2014/main" id="{18F585A4-1A72-2807-9AE0-33E06E8E38F7}"/>
                      </a:ext>
                    </a:extLst>
                  </p:cNvPr>
                  <p:cNvSpPr/>
                  <p:nvPr/>
                </p:nvSpPr>
                <p:spPr>
                  <a:xfrm>
                    <a:off x="20082675" y="9033722"/>
                    <a:ext cx="352275" cy="346895"/>
                  </a:xfrm>
                  <a:prstGeom prst="rect">
                    <a:avLst/>
                  </a:prstGeom>
                  <a:solidFill>
                    <a:sysClr val="window" lastClr="FFFFFF">
                      <a:lumMod val="75000"/>
                    </a:sysClr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zh-CN" altLang="en-US" sz="3200" kern="0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3" name="矩形 222">
                    <a:extLst>
                      <a:ext uri="{FF2B5EF4-FFF2-40B4-BE49-F238E27FC236}">
                        <a16:creationId xmlns:a16="http://schemas.microsoft.com/office/drawing/2014/main" id="{CB109405-DB03-026F-DAD8-9B559F5C9C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82675" y="9033722"/>
                    <a:ext cx="352275" cy="34689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4" name="组合 223">
                <a:extLst>
                  <a:ext uri="{FF2B5EF4-FFF2-40B4-BE49-F238E27FC236}">
                    <a16:creationId xmlns:a16="http://schemas.microsoft.com/office/drawing/2014/main" id="{7E3C134E-54D7-66B1-E61E-766DB89BEF92}"/>
                  </a:ext>
                </a:extLst>
              </p:cNvPr>
              <p:cNvGrpSpPr/>
              <p:nvPr/>
            </p:nvGrpSpPr>
            <p:grpSpPr>
              <a:xfrm>
                <a:off x="17020922" y="10561849"/>
                <a:ext cx="3280252" cy="753236"/>
                <a:chOff x="6765703" y="3925124"/>
                <a:chExt cx="3280252" cy="753236"/>
              </a:xfrm>
            </p:grpSpPr>
            <p:sp>
              <p:nvSpPr>
                <p:cNvPr id="244" name="矩形: 圆角 243">
                  <a:extLst>
                    <a:ext uri="{FF2B5EF4-FFF2-40B4-BE49-F238E27FC236}">
                      <a16:creationId xmlns:a16="http://schemas.microsoft.com/office/drawing/2014/main" id="{1ECF216F-AA62-BB4E-50D7-EE8353C19A7A}"/>
                    </a:ext>
                  </a:extLst>
                </p:cNvPr>
                <p:cNvSpPr/>
                <p:nvPr/>
              </p:nvSpPr>
              <p:spPr>
                <a:xfrm>
                  <a:off x="6765703" y="4052262"/>
                  <a:ext cx="3280252" cy="626098"/>
                </a:xfrm>
                <a:prstGeom prst="roundRect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12700" cap="flat" cmpd="sng" algn="ctr">
                  <a:solidFill>
                    <a:srgbClr val="4874CB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1124889"/>
                  <a:endParaRPr lang="zh-CN" altLang="en-US" sz="2214" kern="0" dirty="0">
                    <a:solidFill>
                      <a:prstClr val="white"/>
                    </a:solidFill>
                    <a:latin typeface="Calibri"/>
                    <a:ea typeface="微软雅黑" panose="020B0503020204020204" pitchFamily="34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5" name="矩形 244">
                      <a:extLst>
                        <a:ext uri="{FF2B5EF4-FFF2-40B4-BE49-F238E27FC236}">
                          <a16:creationId xmlns:a16="http://schemas.microsoft.com/office/drawing/2014/main" id="{CBDB284F-AFE4-8C3F-74D4-8FD6FECF53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07934" y="4242851"/>
                      <a:ext cx="748599" cy="349757"/>
                    </a:xfrm>
                    <a:prstGeom prst="rect">
                      <a:avLst/>
                    </a:prstGeom>
                    <a:solidFill>
                      <a:srgbClr val="E54C5E">
                        <a:lumMod val="20000"/>
                        <a:lumOff val="80000"/>
                      </a:srgbClr>
                    </a:solid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3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oMath>
                        </m:oMathPara>
                      </a14:m>
                      <a:endParaRPr lang="zh-CN" altLang="en-US" sz="3200" i="1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5" name="矩形 244">
                      <a:extLst>
                        <a:ext uri="{FF2B5EF4-FFF2-40B4-BE49-F238E27FC236}">
                          <a16:creationId xmlns:a16="http://schemas.microsoft.com/office/drawing/2014/main" id="{82AA5513-C39D-AB82-590D-A5E1511005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07934" y="4242851"/>
                      <a:ext cx="748599" cy="34975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6" name="矩形 245">
                      <a:extLst>
                        <a:ext uri="{FF2B5EF4-FFF2-40B4-BE49-F238E27FC236}">
                          <a16:creationId xmlns:a16="http://schemas.microsoft.com/office/drawing/2014/main" id="{22A63F32-E863-822D-D18A-CFDA2BCE4B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9524" y="4254713"/>
                      <a:ext cx="758511" cy="340247"/>
                    </a:xfrm>
                    <a:prstGeom prst="rect">
                      <a:avLst/>
                    </a:prstGeom>
                    <a:solidFill>
                      <a:srgbClr val="E54C5E">
                        <a:lumMod val="20000"/>
                        <a:lumOff val="80000"/>
                      </a:srgbClr>
                    </a:solid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1124889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3200" i="1" ker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oMath>
                        </m:oMathPara>
                      </a14:m>
                      <a:endParaRPr lang="zh-CN" altLang="en-US" sz="3200" kern="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6" name="矩形 245">
                      <a:extLst>
                        <a:ext uri="{FF2B5EF4-FFF2-40B4-BE49-F238E27FC236}">
                          <a16:creationId xmlns:a16="http://schemas.microsoft.com/office/drawing/2014/main" id="{F0EF4170-BB03-70D4-FC7C-7D08069EBEC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59524" y="4254713"/>
                      <a:ext cx="758511" cy="340247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17241"/>
                      </a:stretch>
                    </a:blipFill>
                    <a:ln w="12700" cap="flat" cmpd="sng" algn="ctr">
                      <a:solidFill>
                        <a:srgbClr val="E54C5E">
                          <a:lumMod val="20000"/>
                          <a:lumOff val="8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47" name="直接箭头连接符 246">
                  <a:extLst>
                    <a:ext uri="{FF2B5EF4-FFF2-40B4-BE49-F238E27FC236}">
                      <a16:creationId xmlns:a16="http://schemas.microsoft.com/office/drawing/2014/main" id="{5B63EC85-1C8C-D5AA-9CEA-378C808DF3CD}"/>
                    </a:ext>
                  </a:extLst>
                </p:cNvPr>
                <p:cNvCxnSpPr>
                  <a:cxnSpLocks/>
                  <a:stCxn id="246" idx="1"/>
                  <a:endCxn id="245" idx="3"/>
                </p:cNvCxnSpPr>
                <p:nvPr/>
              </p:nvCxnSpPr>
              <p:spPr>
                <a:xfrm flipH="1" flipV="1">
                  <a:off x="7756533" y="4417730"/>
                  <a:ext cx="1202991" cy="7107"/>
                </a:xfrm>
                <a:prstGeom prst="straightConnector1">
                  <a:avLst/>
                </a:prstGeom>
                <a:noFill/>
                <a:ln w="31750" cap="flat" cmpd="sng" algn="ctr">
                  <a:solidFill>
                    <a:srgbClr val="E54C5E">
                      <a:lumMod val="40000"/>
                      <a:lumOff val="60000"/>
                    </a:srgb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7F13B464-176F-A723-A579-D5D5A8C1056D}"/>
                    </a:ext>
                  </a:extLst>
                </p:cNvPr>
                <p:cNvSpPr txBox="1"/>
                <p:nvPr/>
              </p:nvSpPr>
              <p:spPr>
                <a:xfrm>
                  <a:off x="7793000" y="3925124"/>
                  <a:ext cx="142116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1124889"/>
                  <a:r>
                    <a:rPr lang="en-US" altLang="zh-CN" sz="3200" kern="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update</a:t>
                  </a:r>
                  <a:endParaRPr lang="zh-CN" altLang="en-US" sz="3200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25" name="直接箭头连接符 224">
                <a:extLst>
                  <a:ext uri="{FF2B5EF4-FFF2-40B4-BE49-F238E27FC236}">
                    <a16:creationId xmlns:a16="http://schemas.microsoft.com/office/drawing/2014/main" id="{ECBBA50F-2515-0D34-AB5D-8A2082548A5A}"/>
                  </a:ext>
                </a:extLst>
              </p:cNvPr>
              <p:cNvCxnSpPr>
                <a:cxnSpLocks/>
                <a:endCxn id="222" idx="2"/>
              </p:cNvCxnSpPr>
              <p:nvPr/>
            </p:nvCxnSpPr>
            <p:spPr>
              <a:xfrm flipV="1">
                <a:off x="20742016" y="8385022"/>
                <a:ext cx="0" cy="1692272"/>
              </a:xfrm>
              <a:prstGeom prst="straightConnector1">
                <a:avLst/>
              </a:prstGeom>
              <a:noFill/>
              <a:ln w="317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6" name="直接箭头连接符 225">
                <a:extLst>
                  <a:ext uri="{FF2B5EF4-FFF2-40B4-BE49-F238E27FC236}">
                    <a16:creationId xmlns:a16="http://schemas.microsoft.com/office/drawing/2014/main" id="{F2FE798E-727C-695A-F951-5464C5729B67}"/>
                  </a:ext>
                </a:extLst>
              </p:cNvPr>
              <p:cNvCxnSpPr>
                <a:cxnSpLocks/>
                <a:stCxn id="216" idx="2"/>
                <a:endCxn id="223" idx="3"/>
              </p:cNvCxnSpPr>
              <p:nvPr/>
            </p:nvCxnSpPr>
            <p:spPr>
              <a:xfrm flipH="1">
                <a:off x="20434950" y="9175099"/>
                <a:ext cx="1007753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7A912275-D4C2-2980-5845-5AB4739569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75160" y="8212811"/>
                <a:ext cx="0" cy="2476176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28" name="直接箭头连接符 227">
                <a:extLst>
                  <a:ext uri="{FF2B5EF4-FFF2-40B4-BE49-F238E27FC236}">
                    <a16:creationId xmlns:a16="http://schemas.microsoft.com/office/drawing/2014/main" id="{ECCC7A7F-E013-3AB9-9A12-EF643B5252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86243" y="8186200"/>
                <a:ext cx="0" cy="2502787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3A92C674-A902-9D6E-A33A-8D5D04917353}"/>
                      </a:ext>
                    </a:extLst>
                  </p:cNvPr>
                  <p:cNvSpPr txBox="1"/>
                  <p:nvPr/>
                </p:nvSpPr>
                <p:spPr>
                  <a:xfrm>
                    <a:off x="16456676" y="8642369"/>
                    <a:ext cx="878496" cy="573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 i="1" kern="0" baseline="-250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𝐿𝐿𝑀</m:t>
                          </m:r>
                        </m:oMath>
                      </m:oMathPara>
                    </a14:m>
                    <a:endParaRPr lang="zh-CN" altLang="en-US" sz="3200" i="1" kern="0" baseline="-250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3A92C674-A902-9D6E-A33A-8D5D049173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456676" y="8642369"/>
                    <a:ext cx="878496" cy="57342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0" name="直接箭头连接符 229">
                <a:extLst>
                  <a:ext uri="{FF2B5EF4-FFF2-40B4-BE49-F238E27FC236}">
                    <a16:creationId xmlns:a16="http://schemas.microsoft.com/office/drawing/2014/main" id="{73B796CC-3909-73E8-52B6-166B9C21BB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738263" y="10077294"/>
                <a:ext cx="5704440" cy="0"/>
              </a:xfrm>
              <a:prstGeom prst="straightConnector1">
                <a:avLst/>
              </a:prstGeom>
              <a:noFill/>
              <a:ln w="47625" cap="flat" cmpd="sng" algn="ctr">
                <a:solidFill>
                  <a:srgbClr val="75BD42">
                    <a:lumMod val="75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37" name="直接箭头连接符 236">
                <a:extLst>
                  <a:ext uri="{FF2B5EF4-FFF2-40B4-BE49-F238E27FC236}">
                    <a16:creationId xmlns:a16="http://schemas.microsoft.com/office/drawing/2014/main" id="{48217D4F-154F-9F72-1F88-76851AA09515}"/>
                  </a:ext>
                </a:extLst>
              </p:cNvPr>
              <p:cNvCxnSpPr>
                <a:cxnSpLocks/>
                <a:endCxn id="223" idx="2"/>
              </p:cNvCxnSpPr>
              <p:nvPr/>
            </p:nvCxnSpPr>
            <p:spPr>
              <a:xfrm flipV="1">
                <a:off x="20258813" y="9380617"/>
                <a:ext cx="0" cy="696677"/>
              </a:xfrm>
              <a:prstGeom prst="straightConnector1">
                <a:avLst/>
              </a:prstGeom>
              <a:noFill/>
              <a:ln w="317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DA25BA43-4D50-7032-B490-887D82AE5D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41409" y="9222510"/>
                <a:ext cx="0" cy="1466477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39" name="直接箭头连接符 238">
                <a:extLst>
                  <a:ext uri="{FF2B5EF4-FFF2-40B4-BE49-F238E27FC236}">
                    <a16:creationId xmlns:a16="http://schemas.microsoft.com/office/drawing/2014/main" id="{8F6223F9-6CC5-65A1-4F84-0437206CB9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714043" y="9207170"/>
                <a:ext cx="0" cy="1481817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E54C5E">
                    <a:lumMod val="40000"/>
                    <a:lumOff val="6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0" name="文本框 239">
                    <a:extLst>
                      <a:ext uri="{FF2B5EF4-FFF2-40B4-BE49-F238E27FC236}">
                        <a16:creationId xmlns:a16="http://schemas.microsoft.com/office/drawing/2014/main" id="{7B23502A-22E3-D47C-CF0E-A711B2D245E8}"/>
                      </a:ext>
                    </a:extLst>
                  </p:cNvPr>
                  <p:cNvSpPr txBox="1"/>
                  <p:nvPr/>
                </p:nvSpPr>
                <p:spPr>
                  <a:xfrm>
                    <a:off x="21358361" y="7958185"/>
                    <a:ext cx="752349" cy="61016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>
              <p:sp>
                <p:nvSpPr>
                  <p:cNvPr id="240" name="文本框 239">
                    <a:extLst>
                      <a:ext uri="{FF2B5EF4-FFF2-40B4-BE49-F238E27FC236}">
                        <a16:creationId xmlns:a16="http://schemas.microsoft.com/office/drawing/2014/main" id="{7B23502A-22E3-D47C-CF0E-A711B2D245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58361" y="7958185"/>
                    <a:ext cx="752349" cy="61016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A2896714-C0E2-1863-F8FE-AC0362DFAF79}"/>
                      </a:ext>
                    </a:extLst>
                  </p:cNvPr>
                  <p:cNvSpPr txBox="1"/>
                  <p:nvPr/>
                </p:nvSpPr>
                <p:spPr>
                  <a:xfrm>
                    <a:off x="21377435" y="8882711"/>
                    <a:ext cx="752349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A2896714-C0E2-1863-F8FE-AC0362DFAF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77435" y="8882711"/>
                    <a:ext cx="752349" cy="58477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60B4491A-A230-79DB-6665-85F08E95D4C6}"/>
                  </a:ext>
                </a:extLst>
              </p:cNvPr>
              <p:cNvSpPr txBox="1"/>
              <p:nvPr/>
            </p:nvSpPr>
            <p:spPr>
              <a:xfrm>
                <a:off x="19960162" y="7117750"/>
                <a:ext cx="22753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24889"/>
                <a:r>
                  <a:rPr lang="en-US" altLang="zh-CN" sz="3200" b="1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RL Module</a:t>
                </a:r>
                <a:endParaRPr lang="zh-CN" altLang="en-US" sz="32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9A9CB619-FA04-CEE5-204C-49D921BDFD8B}"/>
                      </a:ext>
                    </a:extLst>
                  </p:cNvPr>
                  <p:cNvSpPr txBox="1"/>
                  <p:nvPr/>
                </p:nvSpPr>
                <p:spPr>
                  <a:xfrm>
                    <a:off x="16048583" y="7609594"/>
                    <a:ext cx="878496" cy="5734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1124889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i="1" kern="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3200" i="1" kern="0" baseline="-250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𝐺𝑁𝑁</m:t>
                          </m:r>
                        </m:oMath>
                      </m:oMathPara>
                    </a14:m>
                    <a:endParaRPr lang="zh-CN" altLang="en-US" sz="3200" i="1" kern="0" baseline="-250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9A9CB619-FA04-CEE5-204C-49D921BDF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48583" y="7609594"/>
                    <a:ext cx="878496" cy="57342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753969F4-D2EC-99F6-E2A0-7B9AFF0E5ED5}"/>
                </a:ext>
              </a:extLst>
            </p:cNvPr>
            <p:cNvCxnSpPr>
              <a:cxnSpLocks/>
              <a:stCxn id="28" idx="3"/>
              <a:endCxn id="7" idx="1"/>
            </p:cNvCxnSpPr>
            <p:nvPr/>
          </p:nvCxnSpPr>
          <p:spPr>
            <a:xfrm>
              <a:off x="6325271" y="3457846"/>
              <a:ext cx="625128" cy="8334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0AD0AD67-B093-FF36-95B8-84E6FE5214B4}"/>
                </a:ext>
              </a:extLst>
            </p:cNvPr>
            <p:cNvCxnSpPr>
              <a:cxnSpLocks/>
            </p:cNvCxnSpPr>
            <p:nvPr/>
          </p:nvCxnSpPr>
          <p:spPr>
            <a:xfrm>
              <a:off x="6334504" y="1719942"/>
              <a:ext cx="625128" cy="8334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CA36BA6E-5936-43A9-598C-CD6CFA0D9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82755" y="6051992"/>
              <a:ext cx="1018204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B43ECC8-AEF9-DEFB-567A-8B07B9BAFE19}"/>
                </a:ext>
              </a:extLst>
            </p:cNvPr>
            <p:cNvSpPr/>
            <p:nvPr/>
          </p:nvSpPr>
          <p:spPr>
            <a:xfrm>
              <a:off x="22182412" y="5344912"/>
              <a:ext cx="3572172" cy="1405856"/>
            </a:xfrm>
            <a:prstGeom prst="rect">
              <a:avLst/>
            </a:prstGeom>
            <a:solidFill>
              <a:schemeClr val="bg1"/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DD35102-7F21-7C6E-11B9-624D10C47CAD}"/>
                </a:ext>
              </a:extLst>
            </p:cNvPr>
            <p:cNvSpPr txBox="1"/>
            <p:nvPr/>
          </p:nvSpPr>
          <p:spPr>
            <a:xfrm>
              <a:off x="22656675" y="5519447"/>
              <a:ext cx="9518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pull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星形: 五角 20">
              <a:extLst>
                <a:ext uri="{FF2B5EF4-FFF2-40B4-BE49-F238E27FC236}">
                  <a16:creationId xmlns:a16="http://schemas.microsoft.com/office/drawing/2014/main" id="{0804F816-D498-F8F8-4071-EC99538EEC9D}"/>
                </a:ext>
              </a:extLst>
            </p:cNvPr>
            <p:cNvSpPr/>
            <p:nvPr/>
          </p:nvSpPr>
          <p:spPr>
            <a:xfrm>
              <a:off x="23515442" y="5595836"/>
              <a:ext cx="431999" cy="431999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A8652E7-EAFA-0360-A4D8-EA8791F10449}"/>
                </a:ext>
              </a:extLst>
            </p:cNvPr>
            <p:cNvSpPr/>
            <p:nvPr/>
          </p:nvSpPr>
          <p:spPr>
            <a:xfrm>
              <a:off x="22406986" y="6163647"/>
              <a:ext cx="360000" cy="36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F506836-2012-7D26-79DF-D21DC0EE5E04}"/>
                </a:ext>
              </a:extLst>
            </p:cNvPr>
            <p:cNvSpPr/>
            <p:nvPr/>
          </p:nvSpPr>
          <p:spPr>
            <a:xfrm>
              <a:off x="22883269" y="6139515"/>
              <a:ext cx="360000" cy="3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EFC3540-82AA-5CAD-341D-B8AE3569872E}"/>
                </a:ext>
              </a:extLst>
            </p:cNvPr>
            <p:cNvSpPr/>
            <p:nvPr/>
          </p:nvSpPr>
          <p:spPr>
            <a:xfrm>
              <a:off x="24838100" y="6051992"/>
              <a:ext cx="360000" cy="360000"/>
            </a:xfrm>
            <a:prstGeom prst="ellipse">
              <a:avLst/>
            </a:prstGeom>
            <a:solidFill>
              <a:srgbClr val="F5B7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F682604-BD55-B3A9-B4FC-F18E84FA380F}"/>
                </a:ext>
              </a:extLst>
            </p:cNvPr>
            <p:cNvSpPr/>
            <p:nvPr/>
          </p:nvSpPr>
          <p:spPr>
            <a:xfrm>
              <a:off x="25192338" y="6029893"/>
              <a:ext cx="360000" cy="360000"/>
            </a:xfrm>
            <a:prstGeom prst="rect">
              <a:avLst/>
            </a:prstGeom>
            <a:solidFill>
              <a:srgbClr val="F5B7B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345D61CC-4226-389D-C7A7-77573067F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77533" y="5928727"/>
              <a:ext cx="262139" cy="21079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084487D3-E8D7-5373-599C-291126DFE068}"/>
                </a:ext>
              </a:extLst>
            </p:cNvPr>
            <p:cNvCxnSpPr>
              <a:cxnSpLocks/>
            </p:cNvCxnSpPr>
            <p:nvPr/>
          </p:nvCxnSpPr>
          <p:spPr>
            <a:xfrm>
              <a:off x="23960374" y="5928727"/>
              <a:ext cx="866703" cy="310527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7AA0B52-D0E9-EC7D-B477-93E10D0FACA7}"/>
                </a:ext>
              </a:extLst>
            </p:cNvPr>
            <p:cNvSpPr txBox="1"/>
            <p:nvPr/>
          </p:nvSpPr>
          <p:spPr>
            <a:xfrm>
              <a:off x="24053924" y="5420857"/>
              <a:ext cx="9518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push</a:t>
              </a:r>
              <a:endPara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9BC625A9-C42B-276F-C2BF-044849D12E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86955" y="6557963"/>
              <a:ext cx="18209" cy="1814417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8A21C4C-E7C4-0642-5512-403453C97C5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1621002" y="7961090"/>
              <a:ext cx="2893893" cy="19008"/>
            </a:xfrm>
            <a:prstGeom prst="bentConnector3">
              <a:avLst>
                <a:gd name="adj1" fmla="val 50000"/>
              </a:avLst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文本框 953">
              <a:extLst>
                <a:ext uri="{FF2B5EF4-FFF2-40B4-BE49-F238E27FC236}">
                  <a16:creationId xmlns:a16="http://schemas.microsoft.com/office/drawing/2014/main" id="{97D5DEB7-7397-6CAF-42BF-E0A39A04E80B}"/>
                </a:ext>
              </a:extLst>
            </p:cNvPr>
            <p:cNvSpPr txBox="1"/>
            <p:nvPr/>
          </p:nvSpPr>
          <p:spPr>
            <a:xfrm>
              <a:off x="22926967" y="4708184"/>
              <a:ext cx="25896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24889"/>
              <a:r>
                <a:rPr lang="en-US" altLang="zh-CN" sz="3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OCC loss</a:t>
              </a:r>
              <a:endPara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AFF77F33-1986-D222-288B-77C841B83C73}"/>
                </a:ext>
              </a:extLst>
            </p:cNvPr>
            <p:cNvCxnSpPr>
              <a:cxnSpLocks/>
            </p:cNvCxnSpPr>
            <p:nvPr/>
          </p:nvCxnSpPr>
          <p:spPr>
            <a:xfrm>
              <a:off x="27666007" y="3647322"/>
              <a:ext cx="0" cy="72000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C37B5808-C0A5-8C4E-8F87-DD8F2CB03F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34429" y="6457951"/>
              <a:ext cx="0" cy="2098438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EF81817-675F-0197-E27A-3F44B6FD9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87204" y="6411992"/>
              <a:ext cx="0" cy="3142134"/>
            </a:xfrm>
            <a:prstGeom prst="straightConnector1">
              <a:avLst/>
            </a:prstGeom>
            <a:ln w="317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D914E0C3-822F-C651-732B-D5C7BCAA93B2}"/>
                </a:ext>
              </a:extLst>
            </p:cNvPr>
            <p:cNvSpPr/>
            <p:nvPr/>
          </p:nvSpPr>
          <p:spPr>
            <a:xfrm>
              <a:off x="16684152" y="6487579"/>
              <a:ext cx="166022" cy="17464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124889"/>
              <a:endParaRPr lang="zh-CN" altLang="en-US" sz="2214" kern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907C40B-D04D-5361-C0A4-2BC5948C635F}"/>
                </a:ext>
              </a:extLst>
            </p:cNvPr>
            <p:cNvSpPr/>
            <p:nvPr/>
          </p:nvSpPr>
          <p:spPr>
            <a:xfrm rot="3592729">
              <a:off x="16764686" y="6928367"/>
              <a:ext cx="170974" cy="16958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124889"/>
              <a:endParaRPr lang="zh-CN" altLang="en-US" sz="2214" kern="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91052583-32C4-69D2-9B15-271FAB4A0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47002" y="6595363"/>
              <a:ext cx="1392160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BC7740A1-A4A8-F49F-4CA0-3D2153620C8E}"/>
                </a:ext>
              </a:extLst>
            </p:cNvPr>
            <p:cNvSpPr txBox="1"/>
            <p:nvPr/>
          </p:nvSpPr>
          <p:spPr>
            <a:xfrm>
              <a:off x="13026870" y="3298851"/>
              <a:ext cx="52039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K,V</a:t>
              </a:r>
              <a:endParaRPr lang="zh-CN" altLang="en-US" sz="3200" dirty="0"/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76ACD2C9-DCB4-BAA4-B49A-CC86FEF847CA}"/>
                </a:ext>
              </a:extLst>
            </p:cNvPr>
            <p:cNvSpPr txBox="1"/>
            <p:nvPr/>
          </p:nvSpPr>
          <p:spPr>
            <a:xfrm>
              <a:off x="13027745" y="1191085"/>
              <a:ext cx="520399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K,V</a:t>
              </a:r>
              <a:endParaRPr lang="zh-CN" altLang="en-US" sz="3200" dirty="0"/>
            </a:p>
          </p:txBody>
        </p: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32F07D89-CC2F-D2A2-3A57-73EABBEAE488}"/>
                </a:ext>
              </a:extLst>
            </p:cNvPr>
            <p:cNvSpPr txBox="1"/>
            <p:nvPr/>
          </p:nvSpPr>
          <p:spPr>
            <a:xfrm>
              <a:off x="13710224" y="1905613"/>
              <a:ext cx="27571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Q</a:t>
              </a:r>
              <a:endParaRPr lang="zh-CN" altLang="en-US" sz="3200" dirty="0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B07E4DFE-01B3-862D-0846-2693CEDD1CCC}"/>
                </a:ext>
              </a:extLst>
            </p:cNvPr>
            <p:cNvSpPr txBox="1"/>
            <p:nvPr/>
          </p:nvSpPr>
          <p:spPr>
            <a:xfrm>
              <a:off x="13685464" y="2556932"/>
              <a:ext cx="27571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3200" dirty="0"/>
                <a:t>Q</a:t>
              </a:r>
              <a:endParaRPr lang="zh-CN" alt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470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B647DF16DE14C921DB1A664693117" ma:contentTypeVersion="14" ma:contentTypeDescription="Create a new document." ma:contentTypeScope="" ma:versionID="5059c36cbc102a0ae27eeee5d58f61f7">
  <xsd:schema xmlns:xsd="http://www.w3.org/2001/XMLSchema" xmlns:xs="http://www.w3.org/2001/XMLSchema" xmlns:p="http://schemas.microsoft.com/office/2006/metadata/properties" xmlns:ns3="e435268d-2c39-4b18-82d0-0b57932efc0b" xmlns:ns4="ae9d2066-fe82-409e-99ab-8a5cb1182550" targetNamespace="http://schemas.microsoft.com/office/2006/metadata/properties" ma:root="true" ma:fieldsID="8c58c4d07887f06c4c169995dd624250" ns3:_="" ns4:_="">
    <xsd:import namespace="e435268d-2c39-4b18-82d0-0b57932efc0b"/>
    <xsd:import namespace="ae9d2066-fe82-409e-99ab-8a5cb11825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35268d-2c39-4b18-82d0-0b57932efc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d2066-fe82-409e-99ab-8a5cb1182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35268d-2c39-4b18-82d0-0b57932efc0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C333AA-E47D-4023-9314-87D9A239DB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35268d-2c39-4b18-82d0-0b57932efc0b"/>
    <ds:schemaRef ds:uri="ae9d2066-fe82-409e-99ab-8a5cb11825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BC7ACE-B321-4441-A404-65F269320C70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ae9d2066-fe82-409e-99ab-8a5cb1182550"/>
    <ds:schemaRef ds:uri="e435268d-2c39-4b18-82d0-0b57932efc0b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F328EF0-4B16-41DB-BEDF-6D1C51C72F4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59357</TotalTime>
  <Words>132</Words>
  <Application>Microsoft Office PowerPoint</Application>
  <PresentationFormat>自定义</PresentationFormat>
  <Paragraphs>65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Times New Roman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郝秀秀</dc:creator>
  <cp:lastModifiedBy>Zhenyu Yang (HDR)</cp:lastModifiedBy>
  <cp:revision>177</cp:revision>
  <dcterms:created xsi:type="dcterms:W3CDTF">2023-08-09T12:44:55Z</dcterms:created>
  <dcterms:modified xsi:type="dcterms:W3CDTF">2026-03-01T23:49:56Z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  <property fmtid="{D5CDD505-2E9C-101B-9397-08002B2CF9AE}" pid="4" name="ContentTypeId">
    <vt:lpwstr>0x010100D18B647DF16DE14C921DB1A664693117</vt:lpwstr>
  </property>
</Properties>
</file>